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35b55dc354b2f" /><Relationship Type="http://schemas.openxmlformats.org/officeDocument/2006/relationships/extended-properties" Target="/docProps/app.xml" Id="Rcbc2fbe250484392" /><Relationship Type="http://schemas.openxmlformats.org/officeDocument/2006/relationships/officeDocument" Target="/ppt/presentation.xml" Id="Ra944443a5691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e1f1b7ab24b1d"/>
    <p:sldMasterId xmlns:r="http://schemas.openxmlformats.org/officeDocument/2006/relationships" id="2147483675" r:id="R0b13d11388cb4116"/>
  </p:sldMasterIdLst>
  <p:notesMasterIdLst>
    <p:notesMasterId xmlns:r="http://schemas.openxmlformats.org/officeDocument/2006/relationships" r:id="Re03d926b13bc4c42"/>
  </p:notesMasterIdLst>
  <p:sldIdLst>
    <p:sldId xmlns:r="http://schemas.openxmlformats.org/officeDocument/2006/relationships" id="256" r:id="R5595089e208840d8"/>
    <p:sldId xmlns:r="http://schemas.openxmlformats.org/officeDocument/2006/relationships" id="257" r:id="R6d70e8a37ba54d6b"/>
    <p:sldId xmlns:r="http://schemas.openxmlformats.org/officeDocument/2006/relationships" id="258" r:id="R2991ee31c7454a10"/>
    <p:sldId xmlns:r="http://schemas.openxmlformats.org/officeDocument/2006/relationships" id="259" r:id="R5373c9e9788f4adb"/>
    <p:sldId xmlns:r="http://schemas.openxmlformats.org/officeDocument/2006/relationships" id="260" r:id="R3ea3d40c688f4dbf"/>
    <p:sldId xmlns:r="http://schemas.openxmlformats.org/officeDocument/2006/relationships" id="261" r:id="Rc428bb3b26704987"/>
    <p:sldId xmlns:r="http://schemas.openxmlformats.org/officeDocument/2006/relationships" id="262" r:id="Ra92d38a286f745be"/>
    <p:sldId xmlns:r="http://schemas.openxmlformats.org/officeDocument/2006/relationships" id="263" r:id="Rbad8e3500e8344c0"/>
    <p:sldId xmlns:r="http://schemas.openxmlformats.org/officeDocument/2006/relationships" id="264" r:id="R197525e4f68642a5"/>
    <p:sldId xmlns:r="http://schemas.openxmlformats.org/officeDocument/2006/relationships" id="265" r:id="R84fa3fdbb4364085"/>
    <p:sldId xmlns:r="http://schemas.openxmlformats.org/officeDocument/2006/relationships" id="266" r:id="Rb0fd7609aeb14ca1"/>
    <p:sldId xmlns:r="http://schemas.openxmlformats.org/officeDocument/2006/relationships" id="267" r:id="R4509d568ea5d4326"/>
    <p:sldId xmlns:r="http://schemas.openxmlformats.org/officeDocument/2006/relationships" id="268" r:id="Rd3cc094cd3474784"/>
    <p:sldId xmlns:r="http://schemas.openxmlformats.org/officeDocument/2006/relationships" id="269" r:id="R14b39484a33d4707"/>
    <p:sldId xmlns:r="http://schemas.openxmlformats.org/officeDocument/2006/relationships" id="270" r:id="R58429a5253b148eb"/>
    <p:sldId xmlns:r="http://schemas.openxmlformats.org/officeDocument/2006/relationships" id="271" r:id="R25cb95c7ba394744"/>
    <p:sldId xmlns:r="http://schemas.openxmlformats.org/officeDocument/2006/relationships" id="272" r:id="R60dafc3db0fc4eb9"/>
    <p:sldId xmlns:r="http://schemas.openxmlformats.org/officeDocument/2006/relationships" id="273" r:id="Rcbb41e033b6c40b3"/>
    <p:sldId xmlns:r="http://schemas.openxmlformats.org/officeDocument/2006/relationships" id="274" r:id="R533fcd65996b40f2"/>
    <p:sldId xmlns:r="http://schemas.openxmlformats.org/officeDocument/2006/relationships" id="275" r:id="R115c3ad44ebf436f"/>
    <p:sldId xmlns:r="http://schemas.openxmlformats.org/officeDocument/2006/relationships" id="276" r:id="R424786ff3bde4e09"/>
    <p:sldId xmlns:r="http://schemas.openxmlformats.org/officeDocument/2006/relationships" id="277" r:id="Rc8a3fed0d0204220"/>
    <p:sldId xmlns:r="http://schemas.openxmlformats.org/officeDocument/2006/relationships" id="278" r:id="R4e3c6f0e4ac14994"/>
    <p:sldId xmlns:r="http://schemas.openxmlformats.org/officeDocument/2006/relationships" id="279" r:id="R095a52845a834041"/>
    <p:sldId xmlns:r="http://schemas.openxmlformats.org/officeDocument/2006/relationships" id="280" r:id="Rc101f137640741e7"/>
    <p:sldId xmlns:r="http://schemas.openxmlformats.org/officeDocument/2006/relationships" id="281" r:id="R59e885295c1846a7"/>
    <p:sldId xmlns:r="http://schemas.openxmlformats.org/officeDocument/2006/relationships" id="282" r:id="Ra40bef76ce774956"/>
    <p:sldId xmlns:r="http://schemas.openxmlformats.org/officeDocument/2006/relationships" id="283" r:id="Re1a4a9297ad34a1e"/>
    <p:sldId xmlns:r="http://schemas.openxmlformats.org/officeDocument/2006/relationships" id="284" r:id="R4633b3e0bfc5415e"/>
    <p:sldId xmlns:r="http://schemas.openxmlformats.org/officeDocument/2006/relationships" id="285" r:id="Ref21251cf06d4074"/>
    <p:sldId xmlns:r="http://schemas.openxmlformats.org/officeDocument/2006/relationships" id="286" r:id="R75e21348b2064396"/>
    <p:sldId xmlns:r="http://schemas.openxmlformats.org/officeDocument/2006/relationships" id="287" r:id="Re2d77f2608684c32"/>
    <p:sldId xmlns:r="http://schemas.openxmlformats.org/officeDocument/2006/relationships" id="288" r:id="R6629005061d14601"/>
    <p:sldId xmlns:r="http://schemas.openxmlformats.org/officeDocument/2006/relationships" id="289" r:id="R10631e8566f041db"/>
    <p:sldId xmlns:r="http://schemas.openxmlformats.org/officeDocument/2006/relationships" id="290" r:id="Rdbaea37a38d545bb"/>
    <p:sldId xmlns:r="http://schemas.openxmlformats.org/officeDocument/2006/relationships" id="291" r:id="R3c920904c4824ca4"/>
    <p:sldId xmlns:r="http://schemas.openxmlformats.org/officeDocument/2006/relationships" id="292" r:id="R10b4562b7c4e4abb"/>
    <p:sldId xmlns:r="http://schemas.openxmlformats.org/officeDocument/2006/relationships" id="293" r:id="R01d79d9cf733420f"/>
    <p:sldId xmlns:r="http://schemas.openxmlformats.org/officeDocument/2006/relationships" id="294" r:id="Rf89b6af0090e4435"/>
    <p:sldId xmlns:r="http://schemas.openxmlformats.org/officeDocument/2006/relationships" id="295" r:id="R908ddb7480554e50"/>
    <p:sldId xmlns:r="http://schemas.openxmlformats.org/officeDocument/2006/relationships" id="296" r:id="R5e65efdb63744214"/>
    <p:sldId xmlns:r="http://schemas.openxmlformats.org/officeDocument/2006/relationships" id="297" r:id="R7f179f9176f34acb"/>
    <p:sldId xmlns:r="http://schemas.openxmlformats.org/officeDocument/2006/relationships" id="298" r:id="R2a2024b8de6e431c"/>
    <p:sldId xmlns:r="http://schemas.openxmlformats.org/officeDocument/2006/relationships" id="299" r:id="R1783688ca1344fc2"/>
    <p:sldId xmlns:r="http://schemas.openxmlformats.org/officeDocument/2006/relationships" id="300" r:id="R42afd7eae0334e40"/>
    <p:sldId xmlns:r="http://schemas.openxmlformats.org/officeDocument/2006/relationships" id="301" r:id="R8bca7765647141e0"/>
    <p:sldId xmlns:r="http://schemas.openxmlformats.org/officeDocument/2006/relationships" id="302" r:id="Ra5136c6db6404e56"/>
    <p:sldId xmlns:r="http://schemas.openxmlformats.org/officeDocument/2006/relationships" id="303" r:id="R9f710e8074994087"/>
    <p:sldId xmlns:r="http://schemas.openxmlformats.org/officeDocument/2006/relationships" id="304" r:id="Re0881818d27f42ba"/>
    <p:sldId xmlns:r="http://schemas.openxmlformats.org/officeDocument/2006/relationships" id="305" r:id="R46a20729992042ce"/>
    <p:sldId xmlns:r="http://schemas.openxmlformats.org/officeDocument/2006/relationships" id="306" r:id="R764c3b8bdf2c4ed2"/>
    <p:sldId xmlns:r="http://schemas.openxmlformats.org/officeDocument/2006/relationships" id="307" r:id="R25f82717bddb44cd"/>
    <p:sldId xmlns:r="http://schemas.openxmlformats.org/officeDocument/2006/relationships" id="308" r:id="Rcf4c83a72b2247c9"/>
    <p:sldId xmlns:r="http://schemas.openxmlformats.org/officeDocument/2006/relationships" id="309" r:id="Rede1bbacb1d744ad"/>
    <p:sldId xmlns:r="http://schemas.openxmlformats.org/officeDocument/2006/relationships" id="310" r:id="R53c3073a5bf94c42"/>
    <p:sldId xmlns:r="http://schemas.openxmlformats.org/officeDocument/2006/relationships" id="311" r:id="Re6a8ba3af9aa4796"/>
    <p:sldId xmlns:r="http://schemas.openxmlformats.org/officeDocument/2006/relationships" id="312" r:id="R004f3008c0424f8f"/>
    <p:sldId xmlns:r="http://schemas.openxmlformats.org/officeDocument/2006/relationships" id="313" r:id="Rebe4fddfb3724a2d"/>
    <p:sldId xmlns:r="http://schemas.openxmlformats.org/officeDocument/2006/relationships" id="314" r:id="Rcc20952940004016"/>
    <p:sldId xmlns:r="http://schemas.openxmlformats.org/officeDocument/2006/relationships" id="315" r:id="R0dc82e8eb9304789"/>
    <p:sldId xmlns:r="http://schemas.openxmlformats.org/officeDocument/2006/relationships" id="316" r:id="R3da73626a3e946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b1b091f2d44ea9" /><Relationship Type="http://schemas.openxmlformats.org/officeDocument/2006/relationships/slideMaster" Target="/ppt/slideMasters/slideMaster1.xml" Id="R459e1f1b7ab24b1d" /><Relationship Type="http://schemas.openxmlformats.org/officeDocument/2006/relationships/slideMaster" Target="/ppt/slideMasters/slideMaster2.xml" Id="R0b13d11388cb4116" /><Relationship Type="http://schemas.openxmlformats.org/officeDocument/2006/relationships/notesMaster" Target="/ppt/notesMasters/notesMaster1.xml" Id="Re03d926b13bc4c42" /><Relationship Type="http://schemas.openxmlformats.org/officeDocument/2006/relationships/presProps" Target="/ppt/presProps.xml" Id="Rd731592decc142f9" /><Relationship Type="http://schemas.openxmlformats.org/officeDocument/2006/relationships/tableStyles" Target="/ppt/tableStyles.xml" Id="R6461796a9c0444bb" /><Relationship Type="http://schemas.openxmlformats.org/officeDocument/2006/relationships/slide" Target="/ppt/slides/slide1.xml" Id="R5595089e208840d8" /><Relationship Type="http://schemas.openxmlformats.org/officeDocument/2006/relationships/slide" Target="/ppt/slides/slide2.xml" Id="R6d70e8a37ba54d6b" /><Relationship Type="http://schemas.openxmlformats.org/officeDocument/2006/relationships/slide" Target="/ppt/slides/slide3.xml" Id="R2991ee31c7454a10" /><Relationship Type="http://schemas.openxmlformats.org/officeDocument/2006/relationships/slide" Target="/ppt/slides/slide4.xml" Id="R5373c9e9788f4adb" /><Relationship Type="http://schemas.openxmlformats.org/officeDocument/2006/relationships/slide" Target="/ppt/slides/slide5.xml" Id="R3ea3d40c688f4dbf" /><Relationship Type="http://schemas.openxmlformats.org/officeDocument/2006/relationships/slide" Target="/ppt/slides/slide6.xml" Id="Rc428bb3b26704987" /><Relationship Type="http://schemas.openxmlformats.org/officeDocument/2006/relationships/slide" Target="/ppt/slides/slide7.xml" Id="Ra92d38a286f745be" /><Relationship Type="http://schemas.openxmlformats.org/officeDocument/2006/relationships/slide" Target="/ppt/slides/slide8.xml" Id="Rbad8e3500e8344c0" /><Relationship Type="http://schemas.openxmlformats.org/officeDocument/2006/relationships/slide" Target="/ppt/slides/slide9.xml" Id="R197525e4f68642a5" /><Relationship Type="http://schemas.openxmlformats.org/officeDocument/2006/relationships/slide" Target="/ppt/slides/slide10.xml" Id="R84fa3fdbb4364085" /><Relationship Type="http://schemas.openxmlformats.org/officeDocument/2006/relationships/slide" Target="/ppt/slides/slide11.xml" Id="Rb0fd7609aeb14ca1" /><Relationship Type="http://schemas.openxmlformats.org/officeDocument/2006/relationships/slide" Target="/ppt/slides/slide12.xml" Id="R4509d568ea5d4326" /><Relationship Type="http://schemas.openxmlformats.org/officeDocument/2006/relationships/slide" Target="/ppt/slides/slide13.xml" Id="Rd3cc094cd3474784" /><Relationship Type="http://schemas.openxmlformats.org/officeDocument/2006/relationships/slide" Target="/ppt/slides/slide14.xml" Id="R14b39484a33d4707" /><Relationship Type="http://schemas.openxmlformats.org/officeDocument/2006/relationships/slide" Target="/ppt/slides/slide15.xml" Id="R58429a5253b148eb" /><Relationship Type="http://schemas.openxmlformats.org/officeDocument/2006/relationships/slide" Target="/ppt/slides/slide16.xml" Id="R25cb95c7ba394744" /><Relationship Type="http://schemas.openxmlformats.org/officeDocument/2006/relationships/slide" Target="/ppt/slides/slide17.xml" Id="R60dafc3db0fc4eb9" /><Relationship Type="http://schemas.openxmlformats.org/officeDocument/2006/relationships/slide" Target="/ppt/slides/slide18.xml" Id="Rcbb41e033b6c40b3" /><Relationship Type="http://schemas.openxmlformats.org/officeDocument/2006/relationships/slide" Target="/ppt/slides/slide19.xml" Id="R533fcd65996b40f2" /><Relationship Type="http://schemas.openxmlformats.org/officeDocument/2006/relationships/slide" Target="/ppt/slides/slide20.xml" Id="R115c3ad44ebf436f" /><Relationship Type="http://schemas.openxmlformats.org/officeDocument/2006/relationships/slide" Target="/ppt/slides/slide21.xml" Id="R424786ff3bde4e09" /><Relationship Type="http://schemas.openxmlformats.org/officeDocument/2006/relationships/slide" Target="/ppt/slides/slide22.xml" Id="Rc8a3fed0d0204220" /><Relationship Type="http://schemas.openxmlformats.org/officeDocument/2006/relationships/slide" Target="/ppt/slides/slide23.xml" Id="R4e3c6f0e4ac14994" /><Relationship Type="http://schemas.openxmlformats.org/officeDocument/2006/relationships/slide" Target="/ppt/slides/slide24.xml" Id="R095a52845a834041" /><Relationship Type="http://schemas.openxmlformats.org/officeDocument/2006/relationships/slide" Target="/ppt/slides/slide25.xml" Id="Rc101f137640741e7" /><Relationship Type="http://schemas.openxmlformats.org/officeDocument/2006/relationships/slide" Target="/ppt/slides/slide26.xml" Id="R59e885295c1846a7" /><Relationship Type="http://schemas.openxmlformats.org/officeDocument/2006/relationships/slide" Target="/ppt/slides/slide27.xml" Id="Ra40bef76ce774956" /><Relationship Type="http://schemas.openxmlformats.org/officeDocument/2006/relationships/slide" Target="/ppt/slides/slide28.xml" Id="Re1a4a9297ad34a1e" /><Relationship Type="http://schemas.openxmlformats.org/officeDocument/2006/relationships/slide" Target="/ppt/slides/slide29.xml" Id="R4633b3e0bfc5415e" /><Relationship Type="http://schemas.openxmlformats.org/officeDocument/2006/relationships/slide" Target="/ppt/slides/slide30.xml" Id="Ref21251cf06d4074" /><Relationship Type="http://schemas.openxmlformats.org/officeDocument/2006/relationships/slide" Target="/ppt/slides/slide31.xml" Id="R75e21348b2064396" /><Relationship Type="http://schemas.openxmlformats.org/officeDocument/2006/relationships/slide" Target="/ppt/slides/slide32.xml" Id="Re2d77f2608684c32" /><Relationship Type="http://schemas.openxmlformats.org/officeDocument/2006/relationships/slide" Target="/ppt/slides/slide33.xml" Id="R6629005061d14601" /><Relationship Type="http://schemas.openxmlformats.org/officeDocument/2006/relationships/slide" Target="/ppt/slides/slide34.xml" Id="R10631e8566f041db" /><Relationship Type="http://schemas.openxmlformats.org/officeDocument/2006/relationships/slide" Target="/ppt/slides/slide35.xml" Id="Rdbaea37a38d545bb" /><Relationship Type="http://schemas.openxmlformats.org/officeDocument/2006/relationships/slide" Target="/ppt/slides/slide36.xml" Id="R3c920904c4824ca4" /><Relationship Type="http://schemas.openxmlformats.org/officeDocument/2006/relationships/slide" Target="/ppt/slides/slide37.xml" Id="R10b4562b7c4e4abb" /><Relationship Type="http://schemas.openxmlformats.org/officeDocument/2006/relationships/slide" Target="/ppt/slides/slide38.xml" Id="R01d79d9cf733420f" /><Relationship Type="http://schemas.openxmlformats.org/officeDocument/2006/relationships/slide" Target="/ppt/slides/slide39.xml" Id="Rf89b6af0090e4435" /><Relationship Type="http://schemas.openxmlformats.org/officeDocument/2006/relationships/slide" Target="/ppt/slides/slide40.xml" Id="R908ddb7480554e50" /><Relationship Type="http://schemas.openxmlformats.org/officeDocument/2006/relationships/slide" Target="/ppt/slides/slide41.xml" Id="R5e65efdb63744214" /><Relationship Type="http://schemas.openxmlformats.org/officeDocument/2006/relationships/slide" Target="/ppt/slides/slide42.xml" Id="R7f179f9176f34acb" /><Relationship Type="http://schemas.openxmlformats.org/officeDocument/2006/relationships/slide" Target="/ppt/slides/slide43.xml" Id="R2a2024b8de6e431c" /><Relationship Type="http://schemas.openxmlformats.org/officeDocument/2006/relationships/slide" Target="/ppt/slides/slide44.xml" Id="R1783688ca1344fc2" /><Relationship Type="http://schemas.openxmlformats.org/officeDocument/2006/relationships/slide" Target="/ppt/slides/slide45.xml" Id="R42afd7eae0334e40" /><Relationship Type="http://schemas.openxmlformats.org/officeDocument/2006/relationships/slide" Target="/ppt/slides/slide46.xml" Id="R8bca7765647141e0" /><Relationship Type="http://schemas.openxmlformats.org/officeDocument/2006/relationships/slide" Target="/ppt/slides/slide47.xml" Id="Ra5136c6db6404e56" /><Relationship Type="http://schemas.openxmlformats.org/officeDocument/2006/relationships/slide" Target="/ppt/slides/slide48.xml" Id="R9f710e8074994087" /><Relationship Type="http://schemas.openxmlformats.org/officeDocument/2006/relationships/slide" Target="/ppt/slides/slide49.xml" Id="Re0881818d27f42ba" /><Relationship Type="http://schemas.openxmlformats.org/officeDocument/2006/relationships/slide" Target="/ppt/slides/slide50.xml" Id="R46a20729992042ce" /><Relationship Type="http://schemas.openxmlformats.org/officeDocument/2006/relationships/slide" Target="/ppt/slides/slide51.xml" Id="R764c3b8bdf2c4ed2" /><Relationship Type="http://schemas.openxmlformats.org/officeDocument/2006/relationships/slide" Target="/ppt/slides/slide52.xml" Id="R25f82717bddb44cd" /><Relationship Type="http://schemas.openxmlformats.org/officeDocument/2006/relationships/slide" Target="/ppt/slides/slide53.xml" Id="Rcf4c83a72b2247c9" /><Relationship Type="http://schemas.openxmlformats.org/officeDocument/2006/relationships/slide" Target="/ppt/slides/slide54.xml" Id="Rede1bbacb1d744ad" /><Relationship Type="http://schemas.openxmlformats.org/officeDocument/2006/relationships/slide" Target="/ppt/slides/slide55.xml" Id="R53c3073a5bf94c42" /><Relationship Type="http://schemas.openxmlformats.org/officeDocument/2006/relationships/slide" Target="/ppt/slides/slide56.xml" Id="Re6a8ba3af9aa4796" /><Relationship Type="http://schemas.openxmlformats.org/officeDocument/2006/relationships/slide" Target="/ppt/slides/slide57.xml" Id="R004f3008c0424f8f" /><Relationship Type="http://schemas.openxmlformats.org/officeDocument/2006/relationships/slide" Target="/ppt/slides/slide58.xml" Id="Rebe4fddfb3724a2d" /><Relationship Type="http://schemas.openxmlformats.org/officeDocument/2006/relationships/slide" Target="/ppt/slides/slide59.xml" Id="Rcc20952940004016" /><Relationship Type="http://schemas.openxmlformats.org/officeDocument/2006/relationships/slide" Target="/ppt/slides/slide60.xml" Id="R0dc82e8eb9304789" /><Relationship Type="http://schemas.openxmlformats.org/officeDocument/2006/relationships/slide" Target="/ppt/slides/slide61.xml" Id="R3da73626a3e946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3832377e8444d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Deakin Theme">
  <a:themeElements>
    <a:clrScheme name="Deakin TEAL">
      <a:dk1>
        <a:srgbClr val="000000"/>
      </a:dk1>
      <a:lt1>
        <a:srgbClr val="FFFFFF"/>
      </a:lt1>
      <a:dk2>
        <a:srgbClr val="222222"/>
      </a:dk2>
      <a:lt2>
        <a:srgbClr val="E1E1E1"/>
      </a:lt2>
      <a:accent1>
        <a:srgbClr val="007D98"/>
      </a:accent1>
      <a:accent2>
        <a:srgbClr val="58BCAF"/>
      </a:accent2>
      <a:accent3>
        <a:srgbClr val="C74298"/>
      </a:accent3>
      <a:accent4>
        <a:srgbClr val="FFD923"/>
      </a:accent4>
      <a:accent5>
        <a:srgbClr val="FF9300"/>
      </a:accent5>
      <a:accent6>
        <a:srgbClr val="E1E1E1"/>
      </a:accent6>
      <a:hlink>
        <a:srgbClr val="007D98"/>
      </a:hlink>
      <a:folHlink>
        <a:srgbClr val="C74298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eakin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7c9e15c5e34135" /><Relationship Type="http://schemas.openxmlformats.org/officeDocument/2006/relationships/notesMaster" Target="/ppt/notesMasters/notesMaster1.xml" Id="Rb2de4e098d0f46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80c545f0494cc5" /><Relationship Type="http://schemas.openxmlformats.org/officeDocument/2006/relationships/notesMaster" Target="/ppt/notesMasters/notesMaster1.xml" Id="Rd8fe9776bcd54e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6a4d2db4645c8" /><Relationship Type="http://schemas.openxmlformats.org/officeDocument/2006/relationships/notesMaster" Target="/ppt/notesMasters/notesMaster1.xml" Id="R190a2e36b54f47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b1a473fb3456d" /><Relationship Type="http://schemas.openxmlformats.org/officeDocument/2006/relationships/notesMaster" Target="/ppt/notesMasters/notesMaster1.xml" Id="R4a55e141724c4f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b0c0d88c204a78" /><Relationship Type="http://schemas.openxmlformats.org/officeDocument/2006/relationships/notesMaster" Target="/ppt/notesMasters/notesMaster1.xml" Id="R286a2f60e68d46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7462a628a848cd" /><Relationship Type="http://schemas.openxmlformats.org/officeDocument/2006/relationships/notesMaster" Target="/ppt/notesMasters/notesMaster1.xml" Id="R4bff3170a4f848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63bcf8d4074c14" /><Relationship Type="http://schemas.openxmlformats.org/officeDocument/2006/relationships/notesMaster" Target="/ppt/notesMasters/notesMaster1.xml" Id="R2230ef8d2c4e43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a6fbfd6a434f86" /><Relationship Type="http://schemas.openxmlformats.org/officeDocument/2006/relationships/notesMaster" Target="/ppt/notesMasters/notesMaster1.xml" Id="R409cf983ecaa4e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86b5b7247040ec" /><Relationship Type="http://schemas.openxmlformats.org/officeDocument/2006/relationships/notesMaster" Target="/ppt/notesMasters/notesMaster1.xml" Id="R216ee5c23e1d4d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d510dec8ac4be7" /><Relationship Type="http://schemas.openxmlformats.org/officeDocument/2006/relationships/notesMaster" Target="/ppt/notesMasters/notesMaster1.xml" Id="Rb1e6beb3a49142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deff38b942452a" /><Relationship Type="http://schemas.openxmlformats.org/officeDocument/2006/relationships/notesMaster" Target="/ppt/notesMasters/notesMaster1.xml" Id="R3e88c2ab00da44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9cda865a55437d" /><Relationship Type="http://schemas.openxmlformats.org/officeDocument/2006/relationships/notesMaster" Target="/ppt/notesMasters/notesMaster1.xml" Id="R6553f59ba78c48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651fd7cb074d3c" /><Relationship Type="http://schemas.openxmlformats.org/officeDocument/2006/relationships/notesMaster" Target="/ppt/notesMasters/notesMaster1.xml" Id="R1ce4833325ba4b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a508d67fa540c7" /><Relationship Type="http://schemas.openxmlformats.org/officeDocument/2006/relationships/notesMaster" Target="/ppt/notesMasters/notesMaster1.xml" Id="R1ad22a36a92a40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a1c648528c41e0" /><Relationship Type="http://schemas.openxmlformats.org/officeDocument/2006/relationships/notesMaster" Target="/ppt/notesMasters/notesMaster1.xml" Id="Rb5a1ca168ecc48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d0d83948df4bfd" /><Relationship Type="http://schemas.openxmlformats.org/officeDocument/2006/relationships/notesMaster" Target="/ppt/notesMasters/notesMaster1.xml" Id="R326a357dd19349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1035f3196f4aa0" /><Relationship Type="http://schemas.openxmlformats.org/officeDocument/2006/relationships/notesMaster" Target="/ppt/notesMasters/notesMaster1.xml" Id="R2eafa063af1e44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4fefae3c7f4bf1" /><Relationship Type="http://schemas.openxmlformats.org/officeDocument/2006/relationships/notesMaster" Target="/ppt/notesMasters/notesMaster1.xml" Id="R8ece7019e6be48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23bbaf9c2d481d" /><Relationship Type="http://schemas.openxmlformats.org/officeDocument/2006/relationships/notesMaster" Target="/ppt/notesMasters/notesMaster1.xml" Id="R31754e0396bb41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889309239945bd" /><Relationship Type="http://schemas.openxmlformats.org/officeDocument/2006/relationships/notesMaster" Target="/ppt/notesMasters/notesMaster1.xml" Id="R0d244c4b67534c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d038119a514f4b" /><Relationship Type="http://schemas.openxmlformats.org/officeDocument/2006/relationships/notesMaster" Target="/ppt/notesMasters/notesMaster1.xml" Id="R846127cd3b5644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4e0c21872f4817" /><Relationship Type="http://schemas.openxmlformats.org/officeDocument/2006/relationships/notesMaster" Target="/ppt/notesMasters/notesMaster1.xml" Id="Rfa1107b53e6345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a9652851b84f56" /><Relationship Type="http://schemas.openxmlformats.org/officeDocument/2006/relationships/notesMaster" Target="/ppt/notesMasters/notesMaster1.xml" Id="R63d245be8c5842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880af0c3034387" /><Relationship Type="http://schemas.openxmlformats.org/officeDocument/2006/relationships/notesMaster" Target="/ppt/notesMasters/notesMaster1.xml" Id="R6e40a40c15d843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207ca15f33644c2" /><Relationship Type="http://schemas.openxmlformats.org/officeDocument/2006/relationships/notesMaster" Target="/ppt/notesMasters/notesMaster1.xml" Id="Rfed067fa334f4a2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37c40b381c54c43" /><Relationship Type="http://schemas.openxmlformats.org/officeDocument/2006/relationships/notesMaster" Target="/ppt/notesMasters/notesMaster1.xml" Id="R62decf6660f24cf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d11d13c2c484c68" /><Relationship Type="http://schemas.openxmlformats.org/officeDocument/2006/relationships/notesMaster" Target="/ppt/notesMasters/notesMaster1.xml" Id="R5b48c2f1dc8945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842cc05ee134fde" /><Relationship Type="http://schemas.openxmlformats.org/officeDocument/2006/relationships/notesMaster" Target="/ppt/notesMasters/notesMaster1.xml" Id="Ra1b5d63d555b483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ff79031848e4038" /><Relationship Type="http://schemas.openxmlformats.org/officeDocument/2006/relationships/notesMaster" Target="/ppt/notesMasters/notesMaster1.xml" Id="R6cb656b2f968441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e2ede91c6044829" /><Relationship Type="http://schemas.openxmlformats.org/officeDocument/2006/relationships/notesMaster" Target="/ppt/notesMasters/notesMaster1.xml" Id="Ra3ed7e83e8de4a1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084948ce4dc4d85" /><Relationship Type="http://schemas.openxmlformats.org/officeDocument/2006/relationships/notesMaster" Target="/ppt/notesMasters/notesMaster1.xml" Id="Rd8c5173b7d72492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6f9d89290241e2" /><Relationship Type="http://schemas.openxmlformats.org/officeDocument/2006/relationships/notesMaster" Target="/ppt/notesMasters/notesMaster1.xml" Id="Rf7333d5d31824af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ecf56e048284360" /><Relationship Type="http://schemas.openxmlformats.org/officeDocument/2006/relationships/notesMaster" Target="/ppt/notesMasters/notesMaster1.xml" Id="R4171c53de8444fb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e6231968de5471e" /><Relationship Type="http://schemas.openxmlformats.org/officeDocument/2006/relationships/notesMaster" Target="/ppt/notesMasters/notesMaster1.xml" Id="R6f680357021a43b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21b9c28de2b47cd" /><Relationship Type="http://schemas.openxmlformats.org/officeDocument/2006/relationships/notesMaster" Target="/ppt/notesMasters/notesMaster1.xml" Id="Rf2b9223a02e9462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ba73e226834272" /><Relationship Type="http://schemas.openxmlformats.org/officeDocument/2006/relationships/notesMaster" Target="/ppt/notesMasters/notesMaster1.xml" Id="R5f1aaea98eac451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85bcb18f7d34a3e" /><Relationship Type="http://schemas.openxmlformats.org/officeDocument/2006/relationships/notesMaster" Target="/ppt/notesMasters/notesMaster1.xml" Id="Rce3f8d2831774a0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30bc424931f4cd3" /><Relationship Type="http://schemas.openxmlformats.org/officeDocument/2006/relationships/notesMaster" Target="/ppt/notesMasters/notesMaster1.xml" Id="Re28fe4ac643a446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b877ee4b03a42d7" /><Relationship Type="http://schemas.openxmlformats.org/officeDocument/2006/relationships/notesMaster" Target="/ppt/notesMasters/notesMaster1.xml" Id="R0fc847f254b04bd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87502a3f2c14c07" /><Relationship Type="http://schemas.openxmlformats.org/officeDocument/2006/relationships/notesMaster" Target="/ppt/notesMasters/notesMaster1.xml" Id="Rb99525e36e6843b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daa1835566d472f" /><Relationship Type="http://schemas.openxmlformats.org/officeDocument/2006/relationships/notesMaster" Target="/ppt/notesMasters/notesMaster1.xml" Id="R1a156bf419084cd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df86031fc404c4f" /><Relationship Type="http://schemas.openxmlformats.org/officeDocument/2006/relationships/notesMaster" Target="/ppt/notesMasters/notesMaster1.xml" Id="Rfb66ffbe5f7d48d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f961382e9ff4a1a" /><Relationship Type="http://schemas.openxmlformats.org/officeDocument/2006/relationships/notesMaster" Target="/ppt/notesMasters/notesMaster1.xml" Id="R2f20aaac206c46f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0c0514bfe454f8a" /><Relationship Type="http://schemas.openxmlformats.org/officeDocument/2006/relationships/notesMaster" Target="/ppt/notesMasters/notesMaster1.xml" Id="R0e762d3ffb7149c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e2b3d0e76554c59" /><Relationship Type="http://schemas.openxmlformats.org/officeDocument/2006/relationships/notesMaster" Target="/ppt/notesMasters/notesMaster1.xml" Id="R4ab65f102645484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888680b357d4bf8" /><Relationship Type="http://schemas.openxmlformats.org/officeDocument/2006/relationships/notesMaster" Target="/ppt/notesMasters/notesMaster1.xml" Id="R6c25b65bdbd1406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e02d386a2b34818" /><Relationship Type="http://schemas.openxmlformats.org/officeDocument/2006/relationships/notesMaster" Target="/ppt/notesMasters/notesMaster1.xml" Id="R88794e65262e446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3f17a9b398742c5" /><Relationship Type="http://schemas.openxmlformats.org/officeDocument/2006/relationships/notesMaster" Target="/ppt/notesMasters/notesMaster1.xml" Id="R6b9ea70015a943b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0b65245d9b64327" /><Relationship Type="http://schemas.openxmlformats.org/officeDocument/2006/relationships/notesMaster" Target="/ppt/notesMasters/notesMaster1.xml" Id="R571430193048492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b9cf87dfea04ec5" /><Relationship Type="http://schemas.openxmlformats.org/officeDocument/2006/relationships/notesMaster" Target="/ppt/notesMasters/notesMaster1.xml" Id="Rb77fdf8a4a24426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c6baf4378684281" /><Relationship Type="http://schemas.openxmlformats.org/officeDocument/2006/relationships/notesMaster" Target="/ppt/notesMasters/notesMaster1.xml" Id="R65a8442079a7499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815df2401fd4bc1" /><Relationship Type="http://schemas.openxmlformats.org/officeDocument/2006/relationships/notesMaster" Target="/ppt/notesMasters/notesMaster1.xml" Id="Rd26e159ea4964f1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4a7161bc6a84a9a" /><Relationship Type="http://schemas.openxmlformats.org/officeDocument/2006/relationships/notesMaster" Target="/ppt/notesMasters/notesMaster1.xml" Id="R1d40ac77cd2a408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a9931f002c74e28" /><Relationship Type="http://schemas.openxmlformats.org/officeDocument/2006/relationships/notesMaster" Target="/ppt/notesMasters/notesMaster1.xml" Id="Red49c315c4b6417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df55f4e81ee4f69" /><Relationship Type="http://schemas.openxmlformats.org/officeDocument/2006/relationships/notesMaster" Target="/ppt/notesMasters/notesMaster1.xml" Id="R84ea2c9e6ee34eb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a011f30f6dd4dce" /><Relationship Type="http://schemas.openxmlformats.org/officeDocument/2006/relationships/notesMaster" Target="/ppt/notesMasters/notesMaster1.xml" Id="Rbcb464c7b4d7433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c1e858e466a47b3" /><Relationship Type="http://schemas.openxmlformats.org/officeDocument/2006/relationships/notesMaster" Target="/ppt/notesMasters/notesMaster1.xml" Id="Rdb8b9c41456643d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55d4a623cdd49db" /><Relationship Type="http://schemas.openxmlformats.org/officeDocument/2006/relationships/notesMaster" Target="/ppt/notesMasters/notesMaster1.xml" Id="Rbb8febf1e32c4eeb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6e5865e3472497e" /><Relationship Type="http://schemas.openxmlformats.org/officeDocument/2006/relationships/notesMaster" Target="/ppt/notesMasters/notesMaster1.xml" Id="R1aa1394aaffe45f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8615d68305f45de" /><Relationship Type="http://schemas.openxmlformats.org/officeDocument/2006/relationships/notesMaster" Target="/ppt/notesMasters/notesMaster1.xml" Id="R7a38fb50864c4ed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3bb2f35cd744cf2" /><Relationship Type="http://schemas.openxmlformats.org/officeDocument/2006/relationships/notesMaster" Target="/ppt/notesMasters/notesMaster1.xml" Id="R56ddd69407d24b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Use the three repositories as one learning path: model, solve, learn, validate, and write.</a:t>
            </a:r>
          </a:p>
          <a:p xmlns:a="http://schemas.openxmlformats.org/drawingml/2006/main">
            <a:r>
              <a:t>Explain: Open with the idea that the repos are not separate demos. They are a staged route from equations to paper-level experiments.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After this deck, students should know where to start and what to change next.</a:t>
            </a:r>
          </a:p>
          <a:p xmlns:a="http://schemas.openxmlformats.org/drawingml/2006/main">
            <a:r>
              <a:t>Explain: Emphasize practical fluency: run, inspect, modify, validate.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Every example follows the same research pattern.</a:t>
            </a:r>
          </a:p>
          <a:p xmlns:a="http://schemas.openxmlformats.org/drawingml/2006/main">
            <a:r>
              <a:t>Explain: Use this as the mental map for all later sections.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family is staged: foundation first, then game learning, then PINN/PIDL.</a:t>
            </a:r>
          </a:p>
          <a:p xmlns:a="http://schemas.openxmlformats.org/drawingml/2006/main">
            <a:r>
              <a:t>Explain: Make clear that Note 1 and Note 2 build on the foundation package instead of redefining the basic cyber dynamics.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Students should run before extending.</a:t>
            </a:r>
          </a:p>
          <a:p xmlns:a="http://schemas.openxmlformats.org/drawingml/2006/main">
            <a:r>
              <a:t>Explain: This slide sets expectations for students who may otherwise jump straight to a complex paper model.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examples are intentionally small, but the workflow is research-shaped.</a:t>
            </a:r>
          </a:p>
          <a:p xmlns:a="http://schemas.openxmlformats.org/drawingml/2006/main">
            <a:r>
              <a:t>Explain: Point students to the README quick starts. Hardware acceleration helps for neural diagnostics, but smoke tests are CPU-friendly.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Keep the foundation package installed once and reused by both companion notes.</a:t>
            </a:r>
          </a:p>
          <a:p xmlns:a="http://schemas.openxmlformats.org/drawingml/2006/main">
            <a:r>
              <a:t>Explain: Explain that editable install makes shared fixes immediately visible to Note 1 and Note 2.</a:t>
            </a:r>
          </a:p>
          <a:p xmlns:a="http://schemas.openxmlformats.org/drawingml/2006/main">
            <a:r>
              <a:t>Demo cue: pip install -e ../network-control-differential-games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 fast smoke run gives students a known-good baseline.</a:t>
            </a:r>
          </a:p>
          <a:p xmlns:a="http://schemas.openxmlformats.org/drawingml/2006/main">
            <a:r>
              <a:t>Explain: The point is not full convergence; it is to confirm the environment and locate the first generated figures.</a:t>
            </a:r>
          </a:p>
          <a:p xmlns:a="http://schemas.openxmlformats.org/drawingml/2006/main">
            <a:r>
              <a:t>Demo cue: bash scripts/run_smoke_tests.sh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Every mathematical object should have a concrete code location.</a:t>
            </a:r>
          </a:p>
          <a:p xmlns:a="http://schemas.openxmlformats.org/drawingml/2006/main">
            <a:r>
              <a:t>Explain: This sets up the notation-to-code habit students need before modifying models.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Most mistakes are shape mistakes, so name the shape first.</a:t>
            </a:r>
          </a:p>
          <a:p xmlns:a="http://schemas.openxmlformats.org/drawingml/2006/main">
            <a:r>
              <a:t>Explain: Reinforce that labels and captions must say selected node, selected degree, or aggregate mean.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Aggregate, degree-level, and node-level models answer different questions.</a:t>
            </a:r>
          </a:p>
          <a:p xmlns:a="http://schemas.openxmlformats.org/drawingml/2006/main">
            <a:r>
              <a:t>Explain: Connect this to the earlier scalability work: node-level FBS is expensive because the state dimension grows with nodes.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state diagram tells students what each compartment can and cannot do.</a:t>
            </a:r>
          </a:p>
          <a:p xmlns:a="http://schemas.openxmlformats.org/drawingml/2006/main">
            <a:r>
              <a:t>Explain: Explain that P is a patch/protected state, not the same as R recovery/awareness.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code uses one explicit adjacency direction.</a:t>
            </a:r>
          </a:p>
          <a:p xmlns:a="http://schemas.openxmlformats.org/drawingml/2006/main">
            <a:r>
              <a:t>Explain: This prevents transposed adjacency bugs when students move to paper-level graph data.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 continuous control is a time-indexed curve, not a single scalar.</a:t>
            </a:r>
          </a:p>
          <a:p xmlns:a="http://schemas.openxmlformats.org/drawingml/2006/main">
            <a:r>
              <a:t>Explain: Contrast this with the sampled learning action later; sampled decisions are held or applied at epochs.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RL decisions happen at t_k; RK4 substeps only integrate the flow.</a:t>
            </a:r>
          </a:p>
          <a:p xmlns:a="http://schemas.openxmlformats.org/drawingml/2006/main">
            <a:r>
              <a:t>Explain: This distinction matters for DDQN, CTDE, and MAPPO examples.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Impulse control changes the state at event times; hybrid control combines jumps and flow.</a:t>
            </a:r>
          </a:p>
          <a:p xmlns:a="http://schemas.openxmlformats.org/drawingml/2006/main">
            <a:r>
              <a:t>Explain: Mention that captions and labels should explicitly say continuous, impulse, or hybrid.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Optimal-control examples balance cyber harm against intervention cost.</a:t>
            </a:r>
          </a:p>
          <a:p xmlns:a="http://schemas.openxmlformats.org/drawingml/2006/main">
            <a:r>
              <a:t>Explain: Use this to introduce why baselines matter: reducing infection by spending infinite control is not a useful method.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 game adds strategic response to the same dynamical system.</a:t>
            </a:r>
          </a:p>
          <a:p xmlns:a="http://schemas.openxmlformats.org/drawingml/2006/main">
            <a:r>
              <a:t>Explain: Keep the claim discipline explicit. Avoid saying Nash unless the evidence supports it.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Open-loop plans depend on time; feedback policies also observe the state.</a:t>
            </a:r>
          </a:p>
          <a:p xmlns:a="http://schemas.openxmlformats.org/drawingml/2006/main">
            <a:r>
              <a:t>Explain: This prepares the comparison between nominal-beta FBSM and feedback DDQN robustness.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Choose the method from data, control timing, and information structure.</a:t>
            </a:r>
          </a:p>
          <a:p xmlns:a="http://schemas.openxmlformats.org/drawingml/2006/main">
            <a:r>
              <a:t>Explain: Students should be able to justify method choice before coding.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foundation repo owns the canonical shared pieces.</a:t>
            </a:r>
          </a:p>
          <a:p xmlns:a="http://schemas.openxmlformats.org/drawingml/2006/main">
            <a:r>
              <a:t>Explain: Point out that Note 1 and Note 2 import these utilities to keep semantics aligned.</a:t>
            </a:r>
          </a:p>
          <a:p xmlns:a="http://schemas.openxmlformats.org/drawingml/2006/main">
            <a:r>
              <a:t>Demo cue: python run_all.py --skip-reference --skip-scalability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Costates measure how future cost changes when the state is perturbed.</a:t>
            </a:r>
          </a:p>
          <a:p xmlns:a="http://schemas.openxmlformats.org/drawingml/2006/main">
            <a:r>
              <a:t>Explain: Do not over-formalize. This is intuition before equations.</a:t>
            </a:r>
          </a:p>
          <a:p xmlns:a="http://schemas.openxmlformats.org/drawingml/2006/main">
            <a:r>
              <a:t>Demo cue: python run_all.py --skip-reference --skip-scalability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numerical solver follows the state, costate, and stationarity equations.</a:t>
            </a:r>
          </a:p>
          <a:p xmlns:a="http://schemas.openxmlformats.org/drawingml/2006/main">
            <a:r>
              <a:t>Explain: Tie each line to code: RHS, adjoint, projection, and convergence plot.</a:t>
            </a:r>
          </a:p>
          <a:p xmlns:a="http://schemas.openxmlformats.org/drawingml/2006/main">
            <a:r>
              <a:t>Demo cue: python run_all.py --skip-reference --skip-scalability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FBSM alternates forward simulation, backward adjoints, and relaxed updates.</a:t>
            </a:r>
          </a:p>
          <a:p xmlns:a="http://schemas.openxmlformats.org/drawingml/2006/main">
            <a:r>
              <a:t>Explain: The iteration axis in convergence figures is the algorithm loop, not physical time.</a:t>
            </a:r>
          </a:p>
          <a:p xmlns:a="http://schemas.openxmlformats.org/drawingml/2006/main">
            <a:r>
              <a:t>Demo cue: python run_all.py --skip-reference --skip-scalability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same model terms appear in RHS, adjoint, update, metric, and plot label.</a:t>
            </a:r>
          </a:p>
          <a:p xmlns:a="http://schemas.openxmlformats.org/drawingml/2006/main">
            <a:r>
              <a:t>Explain: This is pseudocode, not a verbatim source listing. It shows where students should inspect the real functions.</a:t>
            </a:r>
          </a:p>
          <a:p xmlns:a="http://schemas.openxmlformats.org/drawingml/2006/main">
            <a:r>
              <a:t>Demo cue: python run_all.py --skip-reference --skip-scalability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same epidemic-control problem becomes much larger at node level.</a:t>
            </a:r>
          </a:p>
          <a:p xmlns:a="http://schemas.openxmlformats.org/drawingml/2006/main">
            <a:r>
              <a:t>Explain: Use the actual checked-in scalability figure. Stress that log scaling helps compare 100 to 1,000,000 nodes.</a:t>
            </a:r>
          </a:p>
          <a:p xmlns:a="http://schemas.openxmlformats.org/drawingml/2006/main">
            <a:r>
              <a:t>Demo cue: python run_all.py --skip-reference --skip-scalability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Hybrid examples must label both continuous flow and discrete jumps.</a:t>
            </a:r>
          </a:p>
          <a:p xmlns:a="http://schemas.openxmlformats.org/drawingml/2006/main">
            <a:r>
              <a:t>Explain: This reinforces the user's prior requirement about clear labels and captions.</a:t>
            </a:r>
          </a:p>
          <a:p xmlns:a="http://schemas.openxmlformats.org/drawingml/2006/main">
            <a:r>
              <a:t>Demo cue: python run_all.py --skip-reference --skip-scalability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Students should leave the foundation repo able to change one model responsibly.</a:t>
            </a:r>
          </a:p>
          <a:p xmlns:a="http://schemas.openxmlformats.org/drawingml/2006/main">
            <a:r>
              <a:t>Explain: This checkpoint is intentionally concrete.</a:t>
            </a:r>
          </a:p>
          <a:p xmlns:a="http://schemas.openxmlformats.org/drawingml/2006/main">
            <a:r>
              <a:t>Demo cue: python run_all.py --skip-reference --skip-scalability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Learning methods need observations, actions, rewards, and transitions.</a:t>
            </a:r>
          </a:p>
          <a:p xmlns:a="http://schemas.openxmlformats.org/drawingml/2006/main">
            <a:r>
              <a:t>Explain: This is the conceptual bridge from optimal control to RL.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 learning step wraps a continuous-time simulation interval.</a:t>
            </a:r>
          </a:p>
          <a:p xmlns:a="http://schemas.openxmlformats.org/drawingml/2006/main">
            <a:r>
              <a:t>Explain: Use t_k for decision epochs and tau_j for exogenous or designed impulse points.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Good RL code states exactly what the agent can see and change.</a:t>
            </a:r>
          </a:p>
          <a:p xmlns:a="http://schemas.openxmlformats.org/drawingml/2006/main">
            <a:r>
              <a:t>Explain: This is where terms like nominal and unknown proxy must be clear in docs.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DDQN is the beginner-friendly bridge from policy rules to learned feedback.</a:t>
            </a:r>
          </a:p>
          <a:p xmlns:a="http://schemas.openxmlformats.org/drawingml/2006/main">
            <a:r>
              <a:t>Explain: Use the existing Note 1 architecture figure.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smoke path is short; the longer diagnostics are optional.</a:t>
            </a:r>
          </a:p>
          <a:p xmlns:a="http://schemas.openxmlformats.org/drawingml/2006/main">
            <a:r>
              <a:t>Explain: Explain that smoke tests confirm code paths; longer profiles show learning behavior.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Multi-agent control starts by deciding what is local and what is shared.</a:t>
            </a:r>
          </a:p>
          <a:p xmlns:a="http://schemas.openxmlformats.org/drawingml/2006/main">
            <a:r>
              <a:t>Explain: This slide introduces CTDE without calling every multi-agent baseline MAPPO.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A Markov game adds multiple policies and coupled rewards.</a:t>
            </a:r>
          </a:p>
          <a:p xmlns:a="http://schemas.openxmlformats.org/drawingml/2006/main">
            <a:r>
              <a:t>Explain: Stress the distinction between concept and algorithm.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Do not call a compact baseline MAPPO unless it has the MAPPO machinery.</a:t>
            </a:r>
          </a:p>
          <a:p xmlns:a="http://schemas.openxmlformats.org/drawingml/2006/main">
            <a:r>
              <a:t>Explain: This responds directly to the prior audit requirement.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MAPPO separates data collection from clipped policy updates.</a:t>
            </a:r>
          </a:p>
          <a:p xmlns:a="http://schemas.openxmlformats.org/drawingml/2006/main">
            <a:r>
              <a:t>Explain: Define rollout as a complete sequence under a policy, not just one transition.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node-level SIPRS wrapper is the bridge to paper-level graph MARL.</a:t>
            </a:r>
          </a:p>
          <a:p xmlns:a="http://schemas.openxmlformats.org/drawingml/2006/main">
            <a:r>
              <a:t>Explain: Keep this aligned with the foundation network_models.py specification.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cooperative setting asks regions to reduce global exposure under local observations.</a:t>
            </a:r>
          </a:p>
          <a:p xmlns:a="http://schemas.openxmlformats.org/drawingml/2006/main">
            <a:r>
              <a:t>Explain: Use the training diagnostics as a visual anchor while warning about stochastic learning curves.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Game outputs should compare responses, not only one learned curve.</a:t>
            </a:r>
          </a:p>
          <a:p xmlns:a="http://schemas.openxmlformats.org/drawingml/2006/main">
            <a:r>
              <a:t>Explain: This matches the user's request for baseline comparison framing.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Use plain definitions before showing training curves.</a:t>
            </a:r>
          </a:p>
          <a:p xmlns:a="http://schemas.openxmlformats.org/drawingml/2006/main">
            <a:r>
              <a:t>Explain: These terms were previously flagged as unclear; the deck repeats the clarified definitions.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Students should be able to add one policy and one metric.</a:t>
            </a:r>
          </a:p>
          <a:p xmlns:a="http://schemas.openxmlformats.org/drawingml/2006/main">
            <a:r>
              <a:t>Explain: Give a concrete end state for Note 1.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PINN/PIDL methods use equations when data are sparse, noisy, or partial.</a:t>
            </a:r>
          </a:p>
          <a:p xmlns:a="http://schemas.openxmlformats.org/drawingml/2006/main">
            <a:r>
              <a:t>Explain: This orients students before the neural examples.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network is trained to fit data and satisfy differential constraints.</a:t>
            </a:r>
          </a:p>
          <a:p xmlns:a="http://schemas.openxmlformats.org/drawingml/2006/main">
            <a:r>
              <a:t>Explain: Emphasize that residual consistency is not the same as real-world validation.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same building blocks support several learning questions.</a:t>
            </a:r>
          </a:p>
          <a:p xmlns:a="http://schemas.openxmlformats.org/drawingml/2006/main">
            <a:r>
              <a:t>Explain: Students should name the task before choosing a loss.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Sparse observations become usable when the residual supplies structure.</a:t>
            </a:r>
          </a:p>
          <a:p xmlns:a="http://schemas.openxmlformats.org/drawingml/2006/main">
            <a:r>
              <a:t>Explain: Use the actual Note 2 figure.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PIDL is useful when part of the mechanism is trusted and part is missing.</a:t>
            </a:r>
          </a:p>
          <a:p xmlns:a="http://schemas.openxmlformats.org/drawingml/2006/main">
            <a:r>
              <a:t>Explain: Make the known-plus-unknown split concrete.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Direct control PINNs optimize a neural policy against dynamics and objective terms.</a:t>
            </a:r>
          </a:p>
          <a:p xmlns:a="http://schemas.openxmlformats.org/drawingml/2006/main">
            <a:r>
              <a:t>Explain: Direct control is not automatically PMP-consistent; that comes in the next slide.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PMP-informed PINNs add optimality conditions to the training objective.</a:t>
            </a:r>
          </a:p>
          <a:p xmlns:a="http://schemas.openxmlformats.org/drawingml/2006/main">
            <a:r>
              <a:t>Explain: These are schematic terms. Students should inspect the actual loss names in docs/PARAMETERS.md.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graph inverse PINN bridge reuses the same node-SIPRS equations.</a:t>
            </a:r>
          </a:p>
          <a:p xmlns:a="http://schemas.openxmlformats.org/drawingml/2006/main">
            <a:r>
              <a:t>Explain: This is the route from toy inverse PINN to paper-level graph experiments.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Synthetic truth lets students measure errors directly.</a:t>
            </a:r>
          </a:p>
          <a:p xmlns:a="http://schemas.openxmlformats.org/drawingml/2006/main">
            <a:r>
              <a:t>Explain: This slide encourages honest metrics.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When real truth is unavailable, use residual checks and predictive validation.</a:t>
            </a:r>
          </a:p>
          <a:p xmlns:a="http://schemas.openxmlformats.org/drawingml/2006/main">
            <a:r>
              <a:t>Explain: Avoid claiming identifiability without stronger evidence.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Students should be able to add one loss term and one validation metric.</a:t>
            </a:r>
          </a:p>
          <a:p xmlns:a="http://schemas.openxmlformats.org/drawingml/2006/main">
            <a:r>
              <a:t>Explain: Give students a safe extension route.</a:t>
            </a:r>
          </a:p>
          <a:p xmlns:a="http://schemas.openxmlformats.org/drawingml/2006/main">
            <a:r>
              <a:t>Demo cue: bash scripts/run_smoke_tests.sh &amp;&amp; python scripts/generate_figures.py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Paper-level work needs model, method, baselines, and evidence.</a:t>
            </a:r>
          </a:p>
          <a:p xmlns:a="http://schemas.openxmlformats.org/drawingml/2006/main">
            <a:r>
              <a:t>Explain: This is the cross-repo synthesis slide.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final deliverable is a disciplined evidence chain, not just a trained model.</a:t>
            </a:r>
          </a:p>
          <a:p xmlns:a="http://schemas.openxmlformats.org/drawingml/2006/main">
            <a:r>
              <a:t>Explain: Close the core deck by sending students to docs/from_model_to_paper.md and companion PAPER_WORKFLOW.md files.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Most workflows use a small set of repeatable commands.</a:t>
            </a:r>
          </a:p>
          <a:p xmlns:a="http://schemas.openxmlformats.org/drawingml/2006/main">
            <a:r>
              <a:t>Explain: Use this as the live-demo slide if time is short.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fastest way to extend is to start from the right file.</a:t>
            </a:r>
          </a:p>
          <a:p xmlns:a="http://schemas.openxmlformats.org/drawingml/2006/main">
            <a:r>
              <a:t>Explain: Students should not start by editing generated outputs.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Keep hyperparameters visible and small before scaling.</a:t>
            </a:r>
          </a:p>
          <a:p xmlns:a="http://schemas.openxmlformats.org/drawingml/2006/main">
            <a:r>
              <a:t>Explain: This aligns with the user's request that parameters and hyperparameters be easy to see.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Most failures are environment, shape, or timing mismatches.</a:t>
            </a:r>
          </a:p>
          <a:p xmlns:a="http://schemas.openxmlformats.org/drawingml/2006/main">
            <a:r>
              <a:t>Explain: Frame debugging as a reproducibility habit.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Use terms consistently across notes and figures.</a:t>
            </a:r>
          </a:p>
          <a:p xmlns:a="http://schemas.openxmlformats.org/drawingml/2006/main">
            <a:r>
              <a:t>Explain: This reinforces the terminology cleanup in the repositories.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The public repos are the authoritative source for commands and figures.</a:t>
            </a:r>
          </a:p>
          <a:p xmlns:a="http://schemas.openxmlformats.org/drawingml/2006/main">
            <a:r>
              <a:t>Explain: End with the licensing reminder: do not redistribute private templates or third-party assets without rights.</a:t>
            </a:r>
          </a:p>
          <a:p xmlns:a="http://schemas.openxmlformats.org/drawingml/2006/main">
            <a:r>
              <a:t>Demo cue: connect this slide to the relevant README section.</a:t>
            </a:r>
          </a:p>
          <a:p xmlns:a="http://schemas.openxmlformats.org/drawingml/2006/main">
            <a:r>
              <a:t>Common misconception: a plotted curve or training loss is evidence to interpret, not an automatic proof of optimality or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4443d05bd48c2" /><Relationship Type="http://schemas.openxmlformats.org/officeDocument/2006/relationships/image" Target="/ppt/media/image.emf" Id="R1ffd294724eb4e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8bd99a1a34d98" /><Relationship Type="http://schemas.openxmlformats.org/officeDocument/2006/relationships/image" Target="/ppt/media/image.emf" Id="R738368aadb1744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f4abf6c7d430e" /><Relationship Type="http://schemas.openxmlformats.org/officeDocument/2006/relationships/image" Target="/ppt/media/image2.emf" Id="Rb79bf386314445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6b3ce182e46e2" /><Relationship Type="http://schemas.openxmlformats.org/officeDocument/2006/relationships/image" Target="/ppt/media/image2.emf" Id="R6b547438d3ba44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26ed84704431e" /><Relationship Type="http://schemas.openxmlformats.org/officeDocument/2006/relationships/image" Target="/ppt/media/image2.emf" Id="R11966df9afbb4f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6df054c5a4f44" /><Relationship Type="http://schemas.openxmlformats.org/officeDocument/2006/relationships/image" Target="/ppt/media/image2.emf" Id="R71ada11c7f9149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99241d01a40ac" /><Relationship Type="http://schemas.openxmlformats.org/officeDocument/2006/relationships/image" Target="/ppt/media/image2.emf" Id="Ree097e04565646b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bbba1337e48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ba358accb484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6f36521bd46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9fb749d8f480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a214145b9416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44031e9cc405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84aa960284a1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17f3125ee4bd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c9f9aad6c406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cffe358d6488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2138cad01467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4124824c4498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990916e6346b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7e985a70242d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58a4c30964ab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0ff7d040549b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6dc7df951460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74984ade64b96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79ce8dde041d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eb605c34d542cf" /><Relationship Type="http://schemas.openxmlformats.org/officeDocument/2006/relationships/image" Target="/ppt/media/image.emf" Id="R2b6c6aaf624d4a08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e70589675a4969" /><Relationship Type="http://schemas.openxmlformats.org/officeDocument/2006/relationships/image" Target="/ppt/media/image.emf" Id="R35ff76199e2e4e2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73bd3d6b9a4c19" /><Relationship Type="http://schemas.openxmlformats.org/officeDocument/2006/relationships/image" Target="/ppt/media/image.emf" Id="Rfda0b7f2a4514765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b66bcbc44d4cca" /><Relationship Type="http://schemas.openxmlformats.org/officeDocument/2006/relationships/image" Target="/ppt/media/image.emf" Id="Raecbc0d54fa24e92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b9ee08da894d3a" /><Relationship Type="http://schemas.openxmlformats.org/officeDocument/2006/relationships/image" Target="/ppt/media/image.emf" Id="R92e365d7258c4ac3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202b3630d5447f" /><Relationship Type="http://schemas.openxmlformats.org/officeDocument/2006/relationships/image" Target="/ppt/media/image.emf" Id="Rb5b9435bc3f645eb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ad137340104c82" /><Relationship Type="http://schemas.openxmlformats.org/officeDocument/2006/relationships/image" Target="/ppt/media/image.emf" Id="Rab9aa4405c164afe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44407c36444a96" /><Relationship Type="http://schemas.openxmlformats.org/officeDocument/2006/relationships/image" Target="/ppt/media/image.emf" Id="R91a87dffd6dd4f54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5402e8909a430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252554213e40aa" /><Relationship Type="http://schemas.openxmlformats.org/officeDocument/2006/relationships/image" Target="/ppt/media/image.png" Id="R3ea3b0dc09d3445a" /><Relationship Type="http://schemas.openxmlformats.org/officeDocument/2006/relationships/image" Target="/ppt/media/image.svg" Id="Reb0726457ea042cc" /><Relationship Type="http://schemas.openxmlformats.org/officeDocument/2006/relationships/image" Target="/ppt/media/image.emf" Id="R1148ac5cf6ed4a66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7d794929e143aa" /><Relationship Type="http://schemas.openxmlformats.org/officeDocument/2006/relationships/image" Target="/ppt/media/image3.emf" Id="Rcf910242bdf74987" /><Relationship Type="http://schemas.openxmlformats.org/officeDocument/2006/relationships/image" Target="/ppt/media/image.emf" Id="R9b48cd6adf73460f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b9264bb7584c23" /><Relationship Type="http://schemas.openxmlformats.org/officeDocument/2006/relationships/image" Target="/ppt/media/image.emf" Id="Rd9b8cfcab4cf49cc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38514580af493e" /><Relationship Type="http://schemas.openxmlformats.org/officeDocument/2006/relationships/image" Target="/ppt/media/image2.png" Id="R770f476339224bc0" /><Relationship Type="http://schemas.openxmlformats.org/officeDocument/2006/relationships/image" Target="/ppt/media/image2.svg" Id="R46121caa261f456f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ec1e45ccb143a2" /><Relationship Type="http://schemas.openxmlformats.org/officeDocument/2006/relationships/image" Target="/ppt/media/image2.png" Id="R36b16ed1d83545a4" /><Relationship Type="http://schemas.openxmlformats.org/officeDocument/2006/relationships/image" Target="/ppt/media/image2.svg" Id="R32176b4c991e4eba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3af09a542142bb" /><Relationship Type="http://schemas.openxmlformats.org/officeDocument/2006/relationships/image" Target="/ppt/media/image2.png" Id="Reff6c09cfa1a4e6a" /><Relationship Type="http://schemas.openxmlformats.org/officeDocument/2006/relationships/image" Target="/ppt/media/image2.svg" Id="R9e90a811e6ef45c1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8d40be7cfa49c5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e41d6ae8f74a16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20ad0b02524b47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0481136fe344a5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e58c200c224a35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a5079014424304" /><Relationship Type="http://schemas.openxmlformats.org/officeDocument/2006/relationships/image" Target="/ppt/media/image2.png" Id="Ra6fd5dfcce6f46c1" /><Relationship Type="http://schemas.openxmlformats.org/officeDocument/2006/relationships/image" Target="/ppt/media/image2.svg" Id="Rd8a6760f801a4f64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be8698aa6d4b53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973a15c8f046a4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92c062715a47f7" /><Relationship Type="http://schemas.openxmlformats.org/officeDocument/2006/relationships/image" Target="/ppt/media/image.emf" Id="R96c32e93156b41b3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8f3c8ff0ab4d4a" /><Relationship Type="http://schemas.openxmlformats.org/officeDocument/2006/relationships/image" Target="/ppt/media/image.emf" Id="Ra269a318a9384de1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44f899c4e94195" /><Relationship Type="http://schemas.openxmlformats.org/officeDocument/2006/relationships/image" Target="/ppt/media/image.emf" Id="Rf59840d051664a0d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a13ab1ecbf4cdf" /><Relationship Type="http://schemas.openxmlformats.org/officeDocument/2006/relationships/image" Target="/ppt/media/image.emf" Id="R88bcfddd983c4ce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7708DB-7094-4EB1-AC0F-696E2272312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03907" y="1122363"/>
            <a:ext cx="5040000" cy="183520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5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ABFF91E-16F0-4D1E-8B40-1AF9F1E93AA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03908" y="3051740"/>
            <a:ext cx="5040000" cy="220606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5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294724eb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2748" y="3951912"/>
            <a:ext cx="1688726" cy="1686238"/>
          </a:xfrm>
          <a:prstGeom xmlns:a="http://schemas.openxmlformats.org/drawingml/2006/main" prst="rect">
            <a:avLst/>
          </a:prstGeom>
        </p:spPr>
      </p:pic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424D3D2D-A426-4BD9-877D-F0CB32F00F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Slid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F2AA87-1513-434A-A1C5-293F694572A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03907" y="1122363"/>
            <a:ext cx="5040000" cy="183520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5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8B4AD38-FA8D-4F53-8667-B62208F51F2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03908" y="3051740"/>
            <a:ext cx="5040000" cy="220606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368aadb1744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2748" y="3951912"/>
            <a:ext cx="1688726" cy="1686238"/>
          </a:xfrm>
          <a:prstGeom xmlns:a="http://schemas.openxmlformats.org/drawingml/2006/main" prst="rect">
            <a:avLst/>
          </a:prstGeom>
        </p:spPr>
      </p:pic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B6F97662-707E-4F74-81B3-6A1B2ABE9B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le Slide 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8E7690-2E68-4DA2-A80A-F4692360DB5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03907" y="1122363"/>
            <a:ext cx="5040000" cy="183520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5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1F68D74-126C-429C-8D61-743976F09B6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03908" y="3051740"/>
            <a:ext cx="5040000" cy="220606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5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sp>
        <p:nvSpPr>
          <p:cNvPr id="14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30A4702B-2D34-4ADF-9BC5-6B1C45BD0F79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940548" y="0"/>
            <a:ext cx="5251450" cy="4816475"/>
          </a:xfrm>
          <a:custGeom xmlns:a="http://schemas.openxmlformats.org/drawingml/2006/main">
            <a:rect l="l" t="t" r="r" b="b"/>
            <a:pathLst>
              <a:path w="5251450" h="4816475">
                <a:moveTo>
                  <a:pt x="0" y="0"/>
                </a:moveTo>
                <a:cubicBezTo>
                  <a:pt x="0" y="0"/>
                  <a:pt x="0" y="0"/>
                  <a:pt x="5251450" y="0"/>
                </a:cubicBezTo>
                <a:cubicBezTo>
                  <a:pt x="5251450" y="0"/>
                  <a:pt x="5251450" y="0"/>
                  <a:pt x="5251450" y="3198844"/>
                </a:cubicBezTo>
                <a:cubicBezTo>
                  <a:pt x="4819409" y="4153018"/>
                  <a:pt x="3860896" y="4816475"/>
                  <a:pt x="2747947" y="4816475"/>
                </a:cubicBezTo>
                <a:cubicBezTo>
                  <a:pt x="1230434" y="4816475"/>
                  <a:pt x="0" y="3582984"/>
                  <a:pt x="0" y="2060992"/>
                </a:cubicBezTo>
                <a:cubicBezTo>
                  <a:pt x="0" y="2060992"/>
                  <a:pt x="0" y="2060992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6">
              <a:lumMod val="90000"/>
            </a:schemeClr>
          </a:solidFill>
        </p:spPr>
        <p:txBody>
          <a:bodyPr xmlns:a="http://schemas.openxmlformats.org/drawingml/2006/main" wrap="square" lIns="144000" tIns="144000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11" name="Graphic">
            <a:extLst xmlns:a="http://schemas.openxmlformats.org/drawingml/2006/main">
              <a:ext uri="{FF2B5EF4-FFF2-40B4-BE49-F238E27FC236}">
                <a16:creationId xmlns:a16="http://schemas.microsoft.com/office/drawing/2014/main" id="{5E1EC7C4-B361-4504-AACA-92C68788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62" y="4870450"/>
            <a:ext cx="5316538" cy="1987550"/>
          </a:xfrm>
          <a:custGeom xmlns:a="http://schemas.openxmlformats.org/drawingml/2006/main">
            <a:rect l="0" t="0" r="r" b="b"/>
            <a:pathLst>
              <a:path w="16833" h="6279">
                <a:moveTo>
                  <a:pt x="8906" y="0"/>
                </a:moveTo>
                <a:cubicBezTo>
                  <a:pt x="4799" y="0"/>
                  <a:pt x="1304" y="2619"/>
                  <a:pt x="0" y="6279"/>
                </a:cubicBezTo>
                <a:cubicBezTo>
                  <a:pt x="16833" y="6279"/>
                  <a:pt x="16833" y="6279"/>
                  <a:pt x="16833" y="6279"/>
                </a:cubicBezTo>
                <a:cubicBezTo>
                  <a:pt x="16833" y="4302"/>
                  <a:pt x="16833" y="4302"/>
                  <a:pt x="16833" y="4302"/>
                </a:cubicBezTo>
                <a:cubicBezTo>
                  <a:pt x="15147" y="1712"/>
                  <a:pt x="12227" y="0"/>
                  <a:pt x="8906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5" name="Deakin Logo">
            <a:extLst xmlns:a="http://schemas.openxmlformats.org/drawingml/2006/main">
              <a:ext uri="{FF2B5EF4-FFF2-40B4-BE49-F238E27FC236}">
                <a16:creationId xmlns:a16="http://schemas.microsoft.com/office/drawing/2014/main" id="{86A7A4D3-DC75-4624-B5C5-55F94869F68C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8807877" y="3944914"/>
            <a:ext cx="1699200" cy="16992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79bf3863144450a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   </a:t>
            </a:r>
          </a:p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9382F4FD-F26D-4EEF-AC6B-FCA4EC2B6153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Section Slide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ackground">
            <a:extLst xmlns:a="http://schemas.openxmlformats.org/drawingml/2006/main">
              <a:ext uri="{FF2B5EF4-FFF2-40B4-BE49-F238E27FC236}">
                <a16:creationId xmlns:a16="http://schemas.microsoft.com/office/drawing/2014/main" id="{D0474969-1787-479A-924E-1D2D1F2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Graphic">
            <a:extLst xmlns:a="http://schemas.openxmlformats.org/drawingml/2006/main">
              <a:ext uri="{FF2B5EF4-FFF2-40B4-BE49-F238E27FC236}">
                <a16:creationId xmlns:a16="http://schemas.microsoft.com/office/drawing/2014/main" id="{AC22E693-5B73-479C-B297-AC021617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1980"/>
            <a:ext cx="8245719" cy="5657444"/>
          </a:xfrm>
          <a:custGeom xmlns:a="http://schemas.openxmlformats.org/drawingml/2006/main">
            <a:rect l="l" t="t" r="r" b="b"/>
            <a:pathLst>
              <a:path w="8245719" h="5657444">
                <a:moveTo>
                  <a:pt x="0" y="0"/>
                </a:moveTo>
                <a:lnTo>
                  <a:pt x="2413221" y="0"/>
                </a:lnTo>
                <a:lnTo>
                  <a:pt x="2560722" y="0"/>
                </a:lnTo>
                <a:lnTo>
                  <a:pt x="2686080" y="0"/>
                </a:lnTo>
                <a:cubicBezTo>
                  <a:pt x="5416593" y="0"/>
                  <a:pt x="5416593" y="0"/>
                  <a:pt x="5416593" y="0"/>
                </a:cubicBezTo>
                <a:cubicBezTo>
                  <a:pt x="6978474" y="0"/>
                  <a:pt x="8245719" y="1267065"/>
                  <a:pt x="8245719" y="2828722"/>
                </a:cubicBezTo>
                <a:cubicBezTo>
                  <a:pt x="8245719" y="4390380"/>
                  <a:pt x="6978474" y="5657444"/>
                  <a:pt x="5416593" y="5657444"/>
                </a:cubicBezTo>
                <a:cubicBezTo>
                  <a:pt x="3539486" y="5657444"/>
                  <a:pt x="2835570" y="5657444"/>
                  <a:pt x="2571602" y="5657444"/>
                </a:cubicBezTo>
                <a:lnTo>
                  <a:pt x="2560722" y="5657444"/>
                </a:lnTo>
                <a:lnTo>
                  <a:pt x="2504877" y="5657444"/>
                </a:lnTo>
                <a:cubicBezTo>
                  <a:pt x="2413221" y="5657444"/>
                  <a:pt x="2413221" y="5657444"/>
                  <a:pt x="2413221" y="5657444"/>
                </a:cubicBezTo>
                <a:lnTo>
                  <a:pt x="0" y="5657444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496B3F-672B-412C-B399-D4ADC23F7A2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538" y="1693697"/>
            <a:ext cx="6039852" cy="1490662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B36ACC5A-D2CF-40E7-8984-09E0560FD4B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84954" y="3212433"/>
            <a:ext cx="6040436" cy="211714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Click to add subtitle</a:t>
            </a: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</a:t>
            </a:r>
          </a:p>
        </p:txBody>
      </p:sp>
      <p:sp>
        <p:nvSpPr>
          <p:cNvPr id="30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E7AE052A-B77F-4049-9BBA-BEC841AE0D99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326436" y="601980"/>
            <a:ext cx="3865565" cy="5657444"/>
          </a:xfrm>
          <a:custGeom xmlns:a="http://schemas.openxmlformats.org/drawingml/2006/main">
            <a:rect l="l" t="t" r="r" b="b"/>
            <a:pathLst>
              <a:path w="3865565" h="5657444">
                <a:moveTo>
                  <a:pt x="2632641" y="0"/>
                </a:moveTo>
                <a:lnTo>
                  <a:pt x="3039129" y="0"/>
                </a:lnTo>
                <a:cubicBezTo>
                  <a:pt x="3315017" y="19820"/>
                  <a:pt x="3580980" y="79280"/>
                  <a:pt x="3830041" y="172187"/>
                </a:cubicBezTo>
                <a:lnTo>
                  <a:pt x="3865565" y="186581"/>
                </a:lnTo>
                <a:lnTo>
                  <a:pt x="3865565" y="5462255"/>
                </a:lnTo>
                <a:lnTo>
                  <a:pt x="3760710" y="5502445"/>
                </a:lnTo>
                <a:cubicBezTo>
                  <a:pt x="3470525" y="5602939"/>
                  <a:pt x="3159407" y="5657444"/>
                  <a:pt x="2835885" y="5657444"/>
                </a:cubicBezTo>
                <a:cubicBezTo>
                  <a:pt x="1270273" y="5657444"/>
                  <a:pt x="0" y="4388959"/>
                  <a:pt x="0" y="2825551"/>
                </a:cubicBezTo>
                <a:cubicBezTo>
                  <a:pt x="0" y="1328738"/>
                  <a:pt x="1162300" y="104650"/>
                  <a:pt x="26326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tIns="1548000">
            <a:no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sp>
        <p:nvSpPr>
          <p:cNvPr id="9" name="Deakin Logo">
            <a:extLst xmlns:a="http://schemas.openxmlformats.org/drawingml/2006/main">
              <a:ext uri="{FF2B5EF4-FFF2-40B4-BE49-F238E27FC236}">
                <a16:creationId xmlns:a16="http://schemas.microsoft.com/office/drawing/2014/main" id="{9017768F-8DC2-477F-9ECD-81F29364F3DD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7476836" y="2579400"/>
            <a:ext cx="1699200" cy="16992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b547438d3ba448d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   </a:t>
            </a:r>
          </a:p>
        </p:txBody>
      </p:sp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6EFCEEB8-4D2F-44F5-A63F-B50B51740E38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Section Slid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">
            <a:extLst xmlns:a="http://schemas.openxmlformats.org/drawingml/2006/main">
              <a:ext uri="{FF2B5EF4-FFF2-40B4-BE49-F238E27FC236}">
                <a16:creationId xmlns:a16="http://schemas.microsoft.com/office/drawing/2014/main" id="{67BA4DE8-38D7-442D-A110-51B4EF65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2068ED-312C-4F13-9B95-049ECD1AD4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538" y="838201"/>
            <a:ext cx="4951662" cy="1152194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B36ACC5A-D2CF-40E7-8984-09E0560FD4B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84954" y="2074841"/>
            <a:ext cx="4952246" cy="211714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Click to add subtitle</a:t>
            </a: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</a:t>
            </a:r>
          </a:p>
        </p:txBody>
      </p:sp>
      <p:sp>
        <p:nvSpPr>
          <p:cNvPr id="44" name="Graphic">
            <a:extLst xmlns:a="http://schemas.openxmlformats.org/drawingml/2006/main">
              <a:ext uri="{FF2B5EF4-FFF2-40B4-BE49-F238E27FC236}">
                <a16:creationId xmlns:a16="http://schemas.microsoft.com/office/drawing/2014/main" id="{97A055C5-456B-4769-A5F8-9C3D2A1A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265083"/>
            <a:ext cx="924688" cy="1596583"/>
          </a:xfrm>
          <a:custGeom xmlns:a="http://schemas.openxmlformats.org/drawingml/2006/main">
            <a:rect l="l" t="t" r="r" b="b"/>
            <a:pathLst>
              <a:path w="924688" h="1596583">
                <a:moveTo>
                  <a:pt x="0" y="0"/>
                </a:moveTo>
                <a:lnTo>
                  <a:pt x="924688" y="1596583"/>
                </a:lnTo>
                <a:lnTo>
                  <a:pt x="0" y="15965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A8485562-E630-4C57-98C3-B101EF15FC6C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769693" y="-3667"/>
            <a:ext cx="9422307" cy="6876000"/>
          </a:xfrm>
          <a:custGeom xmlns:a="http://schemas.openxmlformats.org/drawingml/2006/main">
            <a:rect l="l" t="t" r="r" b="b"/>
            <a:pathLst>
              <a:path w="9422307" h="6858000">
                <a:moveTo>
                  <a:pt x="3980197" y="0"/>
                </a:moveTo>
                <a:lnTo>
                  <a:pt x="9422307" y="0"/>
                </a:lnTo>
                <a:lnTo>
                  <a:pt x="9422307" y="6858000"/>
                </a:lnTo>
                <a:lnTo>
                  <a:pt x="0" y="6858000"/>
                </a:lnTo>
                <a:lnTo>
                  <a:pt x="1570767" y="41502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tIns="144000" rIns="180000">
            <a:noAutofit/>
          </a:bodyPr>
          <a:lstStyle xmlns:a="http://schemas.openxmlformats.org/drawingml/2006/main">
            <a:lvl1pPr algn="r"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Image</a:t>
            </a:r>
          </a:p>
        </p:txBody>
      </p:sp>
      <p:sp>
        <p:nvSpPr>
          <p:cNvPr id="12" name="Deakin Logo">
            <a:extLst xmlns:a="http://schemas.openxmlformats.org/drawingml/2006/main">
              <a:ext uri="{FF2B5EF4-FFF2-40B4-BE49-F238E27FC236}">
                <a16:creationId xmlns:a16="http://schemas.microsoft.com/office/drawing/2014/main" id="{BA07B5EF-3EE8-4180-965B-121B37F648B0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0928916" y="5592758"/>
            <a:ext cx="1062000" cy="10620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1966df9afbb4fd9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   </a:t>
            </a:r>
          </a:p>
        </p:txBody>
      </p:sp>
      <p:sp>
        <p:nvSpPr>
          <p:cNvPr id="5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B3929EDB-8C28-4001-8137-8B1E52E0C8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2977" y="6538912"/>
            <a:ext cx="6624000" cy="204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Section Slide 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ackground">
            <a:extLst xmlns:a="http://schemas.openxmlformats.org/drawingml/2006/main">
              <a:ext uri="{FF2B5EF4-FFF2-40B4-BE49-F238E27FC236}">
                <a16:creationId xmlns:a16="http://schemas.microsoft.com/office/drawing/2014/main" id="{A8479152-EC59-4E85-860A-7F94ED52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ABBA3CDA-E776-40AE-B46D-45A45CC5D97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4952" y="2222662"/>
            <a:ext cx="4489123" cy="95995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B36ACC5A-D2CF-40E7-8984-09E0560FD4B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84953" y="3213099"/>
            <a:ext cx="4489123" cy="1347315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buNone/>
              <a:defRPr sz="25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Click to add subtitle</a:t>
            </a:r>
          </a:p>
          <a:p xmlns:a="http://schemas.openxmlformats.org/drawingml/2006/main">
            <a:pPr>
              <a:buNone/>
            </a:pPr>
            <a:r>
              <a:t>Sub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</a:t>
            </a:r>
          </a:p>
        </p:txBody>
      </p:sp>
      <p:sp>
        <p:nvSpPr>
          <p:cNvPr id="29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16C46A4B-C7F3-48A4-A48B-242F24F3CC97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259424"/>
                </a:lnTo>
                <a:lnTo>
                  <a:pt x="2153" y="6259424"/>
                </a:lnTo>
                <a:cubicBezTo>
                  <a:pt x="13610" y="6259424"/>
                  <a:pt x="36524" y="6259424"/>
                  <a:pt x="82352" y="6259424"/>
                </a:cubicBezTo>
                <a:lnTo>
                  <a:pt x="138197" y="6259424"/>
                </a:lnTo>
                <a:lnTo>
                  <a:pt x="149077" y="6259424"/>
                </a:lnTo>
                <a:cubicBezTo>
                  <a:pt x="413045" y="6259424"/>
                  <a:pt x="1116961" y="6259424"/>
                  <a:pt x="2994068" y="6259424"/>
                </a:cubicBezTo>
                <a:cubicBezTo>
                  <a:pt x="4555949" y="6259424"/>
                  <a:pt x="5823194" y="4992360"/>
                  <a:pt x="5823194" y="3430702"/>
                </a:cubicBezTo>
                <a:cubicBezTo>
                  <a:pt x="5823194" y="1869045"/>
                  <a:pt x="4555949" y="601980"/>
                  <a:pt x="2994068" y="601980"/>
                </a:cubicBezTo>
                <a:cubicBezTo>
                  <a:pt x="2994068" y="601980"/>
                  <a:pt x="2994068" y="601980"/>
                  <a:pt x="263555" y="601980"/>
                </a:cubicBezTo>
                <a:lnTo>
                  <a:pt x="138197" y="601980"/>
                </a:lnTo>
                <a:lnTo>
                  <a:pt x="0" y="6019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tIns="144000" rIns="144000">
            <a:noAutofit/>
          </a:bodyPr>
          <a:lstStyle xmlns:a="http://schemas.openxmlformats.org/drawingml/2006/main">
            <a:lvl1pPr algn="l"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Drag and drop image form a folder, or click on the placeholder and select ‘Insert \ Images’</a:t>
            </a:r>
          </a:p>
        </p:txBody>
      </p:sp>
      <p:sp>
        <p:nvSpPr>
          <p:cNvPr id="8" name="Deakin Logo">
            <a:extLst xmlns:a="http://schemas.openxmlformats.org/drawingml/2006/main">
              <a:ext uri="{FF2B5EF4-FFF2-40B4-BE49-F238E27FC236}">
                <a16:creationId xmlns:a16="http://schemas.microsoft.com/office/drawing/2014/main" id="{703D38F9-D214-40CC-B04B-41988914E4F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5074077" y="2579400"/>
            <a:ext cx="1699200" cy="16992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1ada11c7f914900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   </a:t>
            </a:r>
          </a:p>
        </p:txBody>
      </p:sp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62002C66-23BE-422A-BA61-68E7718A68F3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Section Slide 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0C57DA6F-A204-4940-B919-67CA81BB5E70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lIns="144000" tIns="144000"/>
          <a:lstStyle xmlns:a="http://schemas.openxmlformats.org/drawingml/2006/main">
            <a:lvl1pPr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ABBA3CDA-E776-40AE-B46D-45A45CC5D97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4952" y="2222662"/>
            <a:ext cx="4577597" cy="95995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1" name="Subtitle">
            <a:extLst xmlns:a="http://schemas.openxmlformats.org/drawingml/2006/main">
              <a:ext uri="{FF2B5EF4-FFF2-40B4-BE49-F238E27FC236}">
                <a16:creationId xmlns:a16="http://schemas.microsoft.com/office/drawing/2014/main" id="{B36ACC5A-D2CF-40E7-8984-09E0560FD4B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84953" y="3213099"/>
            <a:ext cx="4577597" cy="1347315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bg1"/>
                </a:solidFill>
              </a:defRPr>
            </a:lvl1pPr>
            <a:lvl2pPr marL="223200" indent="-180000">
              <a:spcBef>
                <a:spcPts val="0"/>
              </a:spcBef>
              <a:buChar char="●"/>
              <a:defRPr sz="1800">
                <a:solidFill>
                  <a:schemeClr val="bg1"/>
                </a:solidFill>
              </a:defRPr>
            </a:lvl2pPr>
            <a:lvl3pPr marL="223200" indent="-180000">
              <a:spcBef>
                <a:spcPts val="0"/>
              </a:spcBef>
              <a:buChar char="●"/>
              <a:defRPr sz="1800">
                <a:solidFill>
                  <a:schemeClr val="bg1"/>
                </a:solidFill>
              </a:defRPr>
            </a:lvl3pPr>
            <a:lvl4pPr marL="223200" indent="-180000">
              <a:spcBef>
                <a:spcPts val="0"/>
              </a:spcBef>
              <a:buChar char="●"/>
              <a:defRPr sz="1800">
                <a:solidFill>
                  <a:schemeClr val="bg1"/>
                </a:solidFill>
              </a:defRPr>
            </a:lvl4pPr>
            <a:lvl5pPr marL="223200" indent="-180000">
              <a:spcBef>
                <a:spcPts val="0"/>
              </a:spcBef>
              <a:buChar char="●"/>
              <a:defRPr sz="1800">
                <a:solidFill>
                  <a:schemeClr val="bg1"/>
                </a:solidFill>
              </a:defRPr>
            </a:lvl5pPr>
            <a:lvl6pPr marL="223200" indent="-180000">
              <a:spcBef>
                <a:spcPts val="0"/>
              </a:spcBef>
              <a:buChar char="●"/>
              <a:defRPr sz="1800">
                <a:solidFill>
                  <a:schemeClr val="bg1"/>
                </a:solidFill>
              </a:defRPr>
            </a:lvl6pPr>
            <a:lvl7pPr marL="223200" indent="-180000">
              <a:spcBef>
                <a:spcPts val="0"/>
              </a:spcBef>
              <a:buChar char="●"/>
              <a:defRPr sz="1800">
                <a:solidFill>
                  <a:schemeClr val="bg1"/>
                </a:solidFill>
              </a:defRPr>
            </a:lvl7pPr>
            <a:lvl8pPr marL="223200" indent="-180000">
              <a:spcBef>
                <a:spcPts val="0"/>
              </a:spcBef>
              <a:buChar char="●"/>
              <a:defRPr sz="1800">
                <a:solidFill>
                  <a:schemeClr val="bg1"/>
                </a:solidFill>
              </a:defRPr>
            </a:lvl8pPr>
            <a:lvl9pPr marL="223200" indent="-180000">
              <a:spcBef>
                <a:spcPts val="0"/>
              </a:spcBef>
              <a:buChar char="●"/>
              <a:defRPr sz="18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Click to add subtitle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</a:t>
            </a:r>
          </a:p>
        </p:txBody>
      </p:sp>
      <p:sp>
        <p:nvSpPr>
          <p:cNvPr id="10" name="Deakin Logo">
            <a:extLst xmlns:a="http://schemas.openxmlformats.org/drawingml/2006/main">
              <a:ext uri="{FF2B5EF4-FFF2-40B4-BE49-F238E27FC236}">
                <a16:creationId xmlns:a16="http://schemas.microsoft.com/office/drawing/2014/main" id="{11B59CA2-2EEE-4B61-A623-6BE4CE88BB2D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0928916" y="5592758"/>
            <a:ext cx="1062000" cy="10620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e097e04565646bf"/>
            <a:srcRect l="0" t="0" r="0" b="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buNone/>
              <a:defRPr sz="2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   </a:t>
            </a:r>
          </a:p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CE2440F6-E276-4FB4-9E13-D705F59C1656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490538" y="1758950"/>
            <a:ext cx="1019379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None/>
              <a:defRPr/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None/>
            </a:pPr>
            <a:r>
              <a:t>Click on the relevant icon at the </a:t>
            </a:r>
            <a:r>
              <a:t>centre</a:t>
            </a:r>
            <a:r>
              <a:t> of the placeholder to add: Text / Table / Chart / SmartArt / Image / Media. There are five type styles in the template, available as List Levels. Press the Increase / Decrease button in the paragraph section of the home ribbon to move through the styles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814B30D-1FBE-48C6-9B85-8BC45A0F8B00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525411B8-8699-438A-A167-1C3A919F93C0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C413938E-3E52-47DF-B2F9-CF3BC807B50D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Title and Content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FDC6E4-D56B-43CD-9FC7-B6775383E69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1728D9B9-3392-4769-8DFF-BE6FA168AE0E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490538" y="1758950"/>
            <a:ext cx="1019379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None/>
              <a:defRPr/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2400"/>
              </a:spcAft>
              <a:buNone/>
            </a:pPr>
            <a:r>
              <a:t>Click on the relevant icon at the </a:t>
            </a:r>
            <a:r>
              <a:t>centre</a:t>
            </a:r>
            <a:r>
              <a:t> of the placeholder to add: Text / Table / Chart / SmartArt / Image / Media. There are five type styles in the template, available as List Levels. Press the Increase / Decrease button in the paragraph section of the home ribbon to move through the styles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4946E53-0705-4130-ACF7-71A850A0BADA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43A403F2-F92E-471F-90B6-EC3DCC7A5EA3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56C0C342-8021-4EE8-A590-43D1B5738AF3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preserve="1" userDrawn="1">
  <p:cSld name="Two Column and Imag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CE460E-5604-41DF-9EAD-F87D5CCAFC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1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249BAF2C-024F-493D-94ED-A02A44D4AD7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82600" y="1393825"/>
            <a:ext cx="8286712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There are five type styles in the template, available as List Levels. Press the Increase / Decrease button in the paragraph section of the home ribbon to move through the styles.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35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3EAA3666-B8A8-41AC-9F39-8F2ACFA8A9E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334200" y="1"/>
            <a:ext cx="2857798" cy="4930775"/>
          </a:xfrm>
          <a:custGeom xmlns:a="http://schemas.openxmlformats.org/drawingml/2006/main">
            <a:rect l="l" t="t" r="r" b="b"/>
            <a:pathLst>
              <a:path w="2857798" h="4930775">
                <a:moveTo>
                  <a:pt x="0" y="0"/>
                </a:moveTo>
                <a:lnTo>
                  <a:pt x="2857798" y="0"/>
                </a:lnTo>
                <a:lnTo>
                  <a:pt x="2857798" y="4884513"/>
                </a:lnTo>
                <a:lnTo>
                  <a:pt x="2635296" y="4918446"/>
                </a:lnTo>
                <a:cubicBezTo>
                  <a:pt x="2554956" y="4926599"/>
                  <a:pt x="2473429" y="4930775"/>
                  <a:pt x="2390916" y="4930775"/>
                </a:cubicBezTo>
                <a:cubicBezTo>
                  <a:pt x="1070701" y="4930775"/>
                  <a:pt x="0" y="3861638"/>
                  <a:pt x="0" y="2543350"/>
                </a:cubicBezTo>
                <a:cubicBezTo>
                  <a:pt x="0" y="2543350"/>
                  <a:pt x="0" y="2543350"/>
                  <a:pt x="0" y="14917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lIns="144000" tIns="144000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0C9C9C3-7490-4E13-8A2E-E88F421A5265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0BA0A30D-A42F-4277-AEDF-EA2349621D3B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EA6881E6-BD78-4A13-997C-FF90FC5FDFDD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preserve="1" userDrawn="1">
  <p:cSld name="One Column and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2E8430-0131-4F55-A375-518A699E1B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0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7A440D47-120F-417D-B465-9495477436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82600" y="1393825"/>
            <a:ext cx="6022975" cy="4802188"/>
          </a:xfrm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0"/>
              </a:spcBef>
              <a:spcAft>
                <a:spcPts val="400"/>
              </a:spcAft>
              <a:buNone/>
              <a:defRPr/>
            </a:lvl1pPr>
            <a:lvl2pPr>
              <a:spcAft>
                <a:spcPts val="600"/>
              </a:spcAft>
              <a:buNone/>
              <a:defRPr sz="2000"/>
            </a:lvl2pPr>
            <a:lvl3pPr marL="0" indent="0">
              <a:buNone/>
              <a:defRPr>
                <a:latin typeface="Calibri Light"/>
                <a:ea typeface="Calibri Light"/>
                <a:cs typeface="Calibri Light"/>
              </a:defRPr>
            </a:lvl3pPr>
            <a:lvl4pPr marL="180000" indent="-180000">
              <a:buChar char="•"/>
              <a:defRPr>
                <a:latin typeface="Calibri Light"/>
                <a:ea typeface="Calibri Light"/>
                <a:cs typeface="Calibri Light"/>
              </a:defRPr>
            </a:lvl4pPr>
            <a:lvl5pPr marL="360000" indent="-180000">
              <a:buChar char="–"/>
              <a:defRPr>
                <a:latin typeface="Calibri Light"/>
                <a:ea typeface="Calibri Light"/>
                <a:cs typeface="Calibri Light"/>
              </a:defRPr>
            </a:lvl5pPr>
            <a:lvl6pPr marL="180000">
              <a:buNone/>
              <a:defRPr>
                <a:latin typeface="Calibri Light"/>
                <a:ea typeface="Calibri Light"/>
                <a:cs typeface="Calibri Light"/>
              </a:defRPr>
            </a:lvl6pPr>
            <a:lvl7pPr>
              <a:buNone/>
              <a:defRPr>
                <a:latin typeface="Calibri Light"/>
                <a:ea typeface="Calibri Light"/>
                <a:cs typeface="Calibri Light"/>
              </a:defRPr>
            </a:lvl7pPr>
            <a:lvl8pPr>
              <a:buNone/>
              <a:defRPr>
                <a:latin typeface="Calibri Light"/>
                <a:ea typeface="Calibri Light"/>
                <a:cs typeface="Calibri Light"/>
              </a:defRPr>
            </a:lvl8pPr>
            <a:lvl9pPr>
              <a:buNone/>
              <a:defRPr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buNone/>
            </a:pPr>
            <a:r>
              <a:t>First Level Heading</a:t>
            </a:r>
          </a:p>
          <a:p xmlns:a="http://schemas.openxmlformats.org/drawingml/2006/main">
            <a:pPr>
              <a:buNone/>
            </a:pPr>
            <a:r>
              <a:t>Add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 </a:t>
            </a:r>
          </a:p>
        </p:txBody>
      </p:sp>
      <p:sp>
        <p:nvSpPr>
          <p:cNvPr id="23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94303B84-34AA-4CF3-8091-F68C9E08919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318503" y="0"/>
            <a:ext cx="6873496" cy="6858000"/>
          </a:xfrm>
          <a:custGeom xmlns:a="http://schemas.openxmlformats.org/drawingml/2006/main">
            <a:rect l="l" t="t" r="r" b="b"/>
            <a:pathLst>
              <a:path w="6873496" h="6858000">
                <a:moveTo>
                  <a:pt x="0" y="0"/>
                </a:moveTo>
                <a:lnTo>
                  <a:pt x="6873496" y="0"/>
                </a:lnTo>
                <a:lnTo>
                  <a:pt x="6873496" y="2702626"/>
                </a:lnTo>
                <a:lnTo>
                  <a:pt x="6492648" y="3359543"/>
                </a:lnTo>
                <a:lnTo>
                  <a:pt x="4465777" y="6858000"/>
                </a:lnTo>
                <a:lnTo>
                  <a:pt x="3977804" y="6858000"/>
                </a:lnTo>
                <a:lnTo>
                  <a:pt x="1947696" y="33595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lIns="360000" tIns="144000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Icon to Add Image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6088791-159F-47AE-B421-6D6C8A0C0CC1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446B545C-2A55-452E-9E21-8BD1090E4C1B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010D7264-4D75-426E-A247-140BF8DD7F6C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Text - Three Box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5B99E0-EEE7-47D3-907F-D5E7B1A6AA3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8" name="Body copy column 1">
            <a:extLst xmlns:a="http://schemas.openxmlformats.org/drawingml/2006/main">
              <a:ext uri="{FF2B5EF4-FFF2-40B4-BE49-F238E27FC236}">
                <a16:creationId xmlns:a16="http://schemas.microsoft.com/office/drawing/2014/main" id="{AF67EBD7-19AB-4032-8937-B215A00CC06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4975" y="1866899"/>
            <a:ext cx="2879725" cy="4310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9" name="Body copy column 2">
            <a:extLst xmlns:a="http://schemas.openxmlformats.org/drawingml/2006/main">
              <a:ext uri="{FF2B5EF4-FFF2-40B4-BE49-F238E27FC236}">
                <a16:creationId xmlns:a16="http://schemas.microsoft.com/office/drawing/2014/main" id="{31550AFC-90F7-4DB2-BCDA-549CDDC409A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502025" y="1866899"/>
            <a:ext cx="2879725" cy="4310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10" name="Body copy column 3">
            <a:extLst xmlns:a="http://schemas.openxmlformats.org/drawingml/2006/main">
              <a:ext uri="{FF2B5EF4-FFF2-40B4-BE49-F238E27FC236}">
                <a16:creationId xmlns:a16="http://schemas.microsoft.com/office/drawing/2014/main" id="{853CAFBE-951E-4246-BA1D-725A804EE61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569075" y="1866899"/>
            <a:ext cx="2879725" cy="4310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F72F799-3834-4B63-B637-729D9D6A7A02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C2CDD79B-FAB1-4A7A-8A92-F3FC7FFE6BB3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17005138-79D8-45CE-9A17-7FCA2B2FFBF3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ext - Three Box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8D5D0FCC-9746-4A4B-9EA0-112421AE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61565F6B-FD4F-4F5E-A463-4A76A3CBF53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8" name="Body copy column 1">
            <a:extLst xmlns:a="http://schemas.openxmlformats.org/drawingml/2006/main">
              <a:ext uri="{FF2B5EF4-FFF2-40B4-BE49-F238E27FC236}">
                <a16:creationId xmlns:a16="http://schemas.microsoft.com/office/drawing/2014/main" id="{EF2C7B01-EBC8-489E-8BBA-26028E529C2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807720" y="1935480"/>
            <a:ext cx="2865120" cy="2788920"/>
          </a:xfrm>
          <a:prstGeom xmlns:a="http://schemas.openxmlformats.org/drawingml/2006/main" prst="roundRect">
            <a:avLst>
              <a:gd name="adj" fmla="val 4645"/>
            </a:avLst>
          </a:prstGeom>
          <a:ln xmlns:a="http://schemas.openxmlformats.org/drawingml/2006/main" w="19050">
            <a:solidFill>
              <a:schemeClr val="accent1"/>
            </a:solidFill>
          </a:ln>
        </p:spPr>
        <p:txBody>
          <a:bodyPr xmlns:a="http://schemas.openxmlformats.org/drawingml/2006/main" lIns="162000" tIns="162000" rIns="162000" bIns="162000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11" name="Body copy column 2">
            <a:extLst xmlns:a="http://schemas.openxmlformats.org/drawingml/2006/main">
              <a:ext uri="{FF2B5EF4-FFF2-40B4-BE49-F238E27FC236}">
                <a16:creationId xmlns:a16="http://schemas.microsoft.com/office/drawing/2014/main" id="{55BB8D98-408E-46F3-8147-011B3F4094F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091940" y="1935480"/>
            <a:ext cx="2865120" cy="2788920"/>
          </a:xfrm>
          <a:prstGeom xmlns:a="http://schemas.openxmlformats.org/drawingml/2006/main" prst="roundRect">
            <a:avLst>
              <a:gd name="adj" fmla="val 4645"/>
            </a:avLst>
          </a:prstGeom>
          <a:ln xmlns:a="http://schemas.openxmlformats.org/drawingml/2006/main" w="19050">
            <a:solidFill>
              <a:schemeClr val="accent1"/>
            </a:solidFill>
          </a:ln>
        </p:spPr>
        <p:txBody>
          <a:bodyPr xmlns:a="http://schemas.openxmlformats.org/drawingml/2006/main" lIns="162000" tIns="162000" rIns="162000" bIns="162000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12" name="Body copy column 3">
            <a:extLst xmlns:a="http://schemas.openxmlformats.org/drawingml/2006/main">
              <a:ext uri="{FF2B5EF4-FFF2-40B4-BE49-F238E27FC236}">
                <a16:creationId xmlns:a16="http://schemas.microsoft.com/office/drawing/2014/main" id="{3AEA2733-1074-4E88-BFB1-608DFC511FB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383780" y="1935480"/>
            <a:ext cx="2865120" cy="2788920"/>
          </a:xfrm>
          <a:prstGeom xmlns:a="http://schemas.openxmlformats.org/drawingml/2006/main" prst="roundRect">
            <a:avLst>
              <a:gd name="adj" fmla="val 4645"/>
            </a:avLst>
          </a:prstGeom>
          <a:ln xmlns:a="http://schemas.openxmlformats.org/drawingml/2006/main" w="19050">
            <a:solidFill>
              <a:schemeClr val="accent1"/>
            </a:solidFill>
          </a:ln>
        </p:spPr>
        <p:txBody>
          <a:bodyPr xmlns:a="http://schemas.openxmlformats.org/drawingml/2006/main" lIns="162000" tIns="162000" rIns="162000" bIns="162000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1EA8E8B-73A4-488A-BF62-AB101C1A59C8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2" name="Date">
            <a:extLst xmlns:a="http://schemas.openxmlformats.org/drawingml/2006/main">
              <a:ext uri="{FF2B5EF4-FFF2-40B4-BE49-F238E27FC236}">
                <a16:creationId xmlns:a16="http://schemas.microsoft.com/office/drawing/2014/main" id="{668DD898-6705-41D3-8B90-0418D1F31C1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ACB6DA5A-E0FE-41F1-BA66-D32BB97D2EF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Text - Two Box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FE5FB-C0CF-4292-9648-ED7710DA05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8" name="Body copy column 1">
            <a:extLst xmlns:a="http://schemas.openxmlformats.org/drawingml/2006/main">
              <a:ext uri="{FF2B5EF4-FFF2-40B4-BE49-F238E27FC236}">
                <a16:creationId xmlns:a16="http://schemas.microsoft.com/office/drawing/2014/main" id="{7614EF14-E362-48ED-9FD9-65B5911BEC7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4975" y="1866899"/>
            <a:ext cx="4060825" cy="4310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9" name="Body copy column 2">
            <a:extLst xmlns:a="http://schemas.openxmlformats.org/drawingml/2006/main">
              <a:ext uri="{FF2B5EF4-FFF2-40B4-BE49-F238E27FC236}">
                <a16:creationId xmlns:a16="http://schemas.microsoft.com/office/drawing/2014/main" id="{31550AFC-90F7-4DB2-BCDA-549CDDC409A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820285" y="1866899"/>
            <a:ext cx="3949027" cy="4310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BA99C76-0C76-4654-AD42-DCB737551010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317BC098-4556-4069-AE2A-8802EC57442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67A68404-3E7D-48B1-8986-F4AEF198D891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Text - Two Box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D3B94899-37AF-48A7-AE2C-09E2882C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D0BD0370-B81A-498F-8FF9-BB4AFFB6644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8" name="Body copy column 1">
            <a:extLst xmlns:a="http://schemas.openxmlformats.org/drawingml/2006/main">
              <a:ext uri="{FF2B5EF4-FFF2-40B4-BE49-F238E27FC236}">
                <a16:creationId xmlns:a16="http://schemas.microsoft.com/office/drawing/2014/main" id="{62A83FC1-C054-4A3C-9E0B-38A27179867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805814" y="1935480"/>
            <a:ext cx="4650105" cy="2788920"/>
          </a:xfrm>
          <a:prstGeom xmlns:a="http://schemas.openxmlformats.org/drawingml/2006/main" prst="roundRect">
            <a:avLst>
              <a:gd name="adj" fmla="val 4645"/>
            </a:avLst>
          </a:prstGeom>
          <a:ln xmlns:a="http://schemas.openxmlformats.org/drawingml/2006/main" w="19050">
            <a:solidFill>
              <a:schemeClr val="accent1"/>
            </a:solidFill>
          </a:ln>
        </p:spPr>
        <p:txBody>
          <a:bodyPr xmlns:a="http://schemas.openxmlformats.org/drawingml/2006/main" lIns="162000" tIns="162000" rIns="162000" bIns="162000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11" name="Body copy column 2">
            <a:extLst xmlns:a="http://schemas.openxmlformats.org/drawingml/2006/main">
              <a:ext uri="{FF2B5EF4-FFF2-40B4-BE49-F238E27FC236}">
                <a16:creationId xmlns:a16="http://schemas.microsoft.com/office/drawing/2014/main" id="{55BB8D98-408E-46F3-8147-011B3F4094F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826888" y="1935480"/>
            <a:ext cx="4658232" cy="2788920"/>
          </a:xfrm>
          <a:prstGeom xmlns:a="http://schemas.openxmlformats.org/drawingml/2006/main" prst="roundRect">
            <a:avLst>
              <a:gd name="adj" fmla="val 4645"/>
            </a:avLst>
          </a:prstGeom>
          <a:ln xmlns:a="http://schemas.openxmlformats.org/drawingml/2006/main" w="19050">
            <a:solidFill>
              <a:schemeClr val="accent1"/>
            </a:solidFill>
          </a:ln>
        </p:spPr>
        <p:txBody>
          <a:bodyPr xmlns:a="http://schemas.openxmlformats.org/drawingml/2006/main" lIns="162000" tIns="162000" rIns="162000" bIns="162000"/>
          <a:lstStyle xmlns:a="http://schemas.openxmlformats.org/drawingml/2006/main">
            <a:lvl1pPr marL="0" indent="0">
              <a:spcBef>
                <a:spcPts val="50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>
              <a:buNone/>
              <a:defRPr sz="16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600">
                <a:solidFill>
                  <a:schemeClr val="tx1"/>
                </a:solidFill>
              </a:defRPr>
            </a:lvl4pPr>
            <a:lvl5pPr marL="0" indent="0">
              <a:buNone/>
              <a:defRPr sz="1600">
                <a:solidFill>
                  <a:schemeClr val="tx1"/>
                </a:solidFill>
              </a:defRPr>
            </a:lvl5pPr>
            <a:lvl6pPr marL="0" indent="0">
              <a:buNone/>
              <a:defRPr sz="1600">
                <a:solidFill>
                  <a:schemeClr val="tx1"/>
                </a:solidFill>
              </a:defRPr>
            </a:lvl6pPr>
            <a:lvl7pPr marL="0" indent="0">
              <a:buNone/>
              <a:defRPr sz="1600">
                <a:solidFill>
                  <a:schemeClr val="tx1"/>
                </a:solidFill>
              </a:defRPr>
            </a:lvl7pPr>
            <a:lvl8pPr marL="0" indent="0">
              <a:buNone/>
              <a:defRPr sz="1600">
                <a:solidFill>
                  <a:schemeClr val="tx1"/>
                </a:solidFill>
              </a:defRPr>
            </a:lvl8pPr>
            <a:lvl9pPr marL="0" indent="0">
              <a:buNone/>
              <a:defRPr sz="160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First level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61F40BF-036E-4B47-9EA2-B3AC85A1DEF0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2" name="Date">
            <a:extLst xmlns:a="http://schemas.openxmlformats.org/drawingml/2006/main">
              <a:ext uri="{FF2B5EF4-FFF2-40B4-BE49-F238E27FC236}">
                <a16:creationId xmlns:a16="http://schemas.microsoft.com/office/drawing/2014/main" id="{CDCFCFFB-D6E8-4273-9F98-40AFB102AA3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BF7FE968-D3D0-451D-80D3-77D7AFE37A4D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 userDrawn="1">
  <p:cSld name="Pull-ou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BBD3B1-3D02-41C5-8E7A-B4DD8506E9C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20" name="Pull-out body copy text">
            <a:extLst xmlns:a="http://schemas.openxmlformats.org/drawingml/2006/main">
              <a:ext uri="{FF2B5EF4-FFF2-40B4-BE49-F238E27FC236}">
                <a16:creationId xmlns:a16="http://schemas.microsoft.com/office/drawing/2014/main" id="{B7538734-08FE-4AEA-8C4B-1B9FD40865F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172323" y="1276415"/>
            <a:ext cx="4744800" cy="4744800"/>
          </a:xfrm>
          <a:custGeom xmlns:a="http://schemas.openxmlformats.org/drawingml/2006/main">
            <a:rect l="l" t="t" r="r" b="b"/>
            <a:pathLst>
              <a:path w="4744800" h="4744800">
                <a:moveTo>
                  <a:pt x="2372400" y="0"/>
                </a:moveTo>
                <a:cubicBezTo>
                  <a:pt x="3682640" y="0"/>
                  <a:pt x="4744800" y="1062160"/>
                  <a:pt x="4744800" y="2372400"/>
                </a:cubicBezTo>
                <a:cubicBezTo>
                  <a:pt x="4744800" y="3682640"/>
                  <a:pt x="3682640" y="4744800"/>
                  <a:pt x="2372400" y="4744800"/>
                </a:cubicBezTo>
                <a:cubicBezTo>
                  <a:pt x="1062160" y="4744800"/>
                  <a:pt x="0" y="3682640"/>
                  <a:pt x="0" y="2372400"/>
                </a:cubicBezTo>
                <a:cubicBezTo>
                  <a:pt x="0" y="1062160"/>
                  <a:pt x="1062160" y="0"/>
                  <a:pt x="237240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lIns="108000" tIns="144000" rIns="108000" bIns="1440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bg1"/>
                </a:solidFill>
              </a:defRPr>
            </a:lvl1pPr>
            <a:lvl2pPr algn="ctr">
              <a:buNone/>
              <a:defRPr sz="24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2pPr>
            <a:lvl3pPr marL="0" indent="0" algn="ctr">
              <a:buNone/>
              <a:defRPr sz="24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3pPr>
            <a:lvl4pPr marL="0" indent="0" algn="ctr">
              <a:buNone/>
              <a:defRPr sz="24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4pPr>
            <a:lvl5pPr marL="0" algn="ctr">
              <a:buNone/>
              <a:defRPr sz="24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5pPr>
            <a:lvl6pPr algn="ctr">
              <a:buNone/>
              <a:defRPr sz="24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6pPr>
            <a:lvl7pPr algn="ctr">
              <a:buNone/>
              <a:defRPr sz="24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7pPr>
            <a:lvl8pPr algn="ctr">
              <a:buNone/>
              <a:defRPr sz="24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8pPr>
            <a:lvl9pPr algn="ctr">
              <a:buNone/>
              <a:defRPr sz="24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buNone/>
            </a:pPr>
            <a:r>
              <a:t>Pull-out copy</a:t>
            </a: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</a:t>
            </a:r>
          </a:p>
        </p:txBody>
      </p:sp>
      <p:sp>
        <p:nvSpPr>
          <p:cNvPr id="16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0FCE13B1-D79A-444F-B333-38B89203CDC6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168527"/>
            <a:ext cx="6914081" cy="5040000"/>
          </a:xfrm>
          <a:custGeom xmlns:a="http://schemas.openxmlformats.org/drawingml/2006/main">
            <a:rect l="l" t="t" r="r" b="b"/>
            <a:pathLst>
              <a:path w="6914081" h="5040000">
                <a:moveTo>
                  <a:pt x="0" y="0"/>
                </a:moveTo>
                <a:lnTo>
                  <a:pt x="1718132" y="0"/>
                </a:lnTo>
                <a:lnTo>
                  <a:pt x="1849535" y="0"/>
                </a:lnTo>
                <a:lnTo>
                  <a:pt x="1961211" y="0"/>
                </a:lnTo>
                <a:cubicBezTo>
                  <a:pt x="4393721" y="0"/>
                  <a:pt x="4393721" y="0"/>
                  <a:pt x="4393721" y="0"/>
                </a:cubicBezTo>
                <a:cubicBezTo>
                  <a:pt x="5785141" y="0"/>
                  <a:pt x="6914081" y="1128780"/>
                  <a:pt x="6914081" y="2520000"/>
                </a:cubicBezTo>
                <a:cubicBezTo>
                  <a:pt x="6914081" y="3911221"/>
                  <a:pt x="5785141" y="5040000"/>
                  <a:pt x="4393721" y="5040000"/>
                </a:cubicBezTo>
                <a:cubicBezTo>
                  <a:pt x="2721478" y="5040000"/>
                  <a:pt x="2094386" y="5040000"/>
                  <a:pt x="1859227" y="5040000"/>
                </a:cubicBezTo>
                <a:lnTo>
                  <a:pt x="1849535" y="5040000"/>
                </a:lnTo>
                <a:lnTo>
                  <a:pt x="1799784" y="5040000"/>
                </a:lnTo>
                <a:cubicBezTo>
                  <a:pt x="1718132" y="5040000"/>
                  <a:pt x="1718132" y="5040000"/>
                  <a:pt x="1718132" y="5040000"/>
                </a:cubicBezTo>
                <a:lnTo>
                  <a:pt x="0" y="5040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lIns="144000" tIns="144000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894CA7D-4B1E-4994-B85C-62F364F0E88F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3C37E72A-40F5-4D33-B9FA-59AF132E4CEE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1849B2CF-B578-4DF6-A7E8-8B3C65C202FD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0" preserve="1" userDrawn="1">
  <p:cSld name="Quote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459CB2-CA1F-44BA-8A62-2AE181CE20F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0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7A440D47-120F-417D-B465-9495477436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8150" y="1403350"/>
            <a:ext cx="6067425" cy="4792663"/>
          </a:xfrm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0"/>
              </a:spcBef>
              <a:spcAft>
                <a:spcPts val="400"/>
              </a:spcAft>
              <a:buNone/>
              <a:defRPr/>
            </a:lvl1pPr>
            <a:lvl2pPr>
              <a:spcAft>
                <a:spcPts val="600"/>
              </a:spcAft>
              <a:buNone/>
              <a:defRPr sz="2000"/>
            </a:lvl2pPr>
            <a:lvl3pPr marL="0" indent="0">
              <a:buNone/>
              <a:defRPr>
                <a:latin typeface="Calibri Light"/>
                <a:ea typeface="Calibri Light"/>
                <a:cs typeface="Calibri Light"/>
              </a:defRPr>
            </a:lvl3pPr>
            <a:lvl4pPr marL="180000" indent="-180000">
              <a:buChar char="•"/>
              <a:defRPr>
                <a:latin typeface="Calibri Light"/>
                <a:ea typeface="Calibri Light"/>
                <a:cs typeface="Calibri Light"/>
              </a:defRPr>
            </a:lvl4pPr>
            <a:lvl5pPr marL="360000" indent="-180000">
              <a:buChar char="–"/>
              <a:defRPr>
                <a:latin typeface="Calibri Light"/>
                <a:ea typeface="Calibri Light"/>
                <a:cs typeface="Calibri Light"/>
              </a:defRPr>
            </a:lvl5pPr>
            <a:lvl6pPr marL="180000">
              <a:buNone/>
              <a:defRPr>
                <a:latin typeface="Calibri Light"/>
                <a:ea typeface="Calibri Light"/>
                <a:cs typeface="Calibri Light"/>
              </a:defRPr>
            </a:lvl6pPr>
            <a:lvl7pPr>
              <a:buNone/>
              <a:defRPr>
                <a:latin typeface="Calibri Light"/>
                <a:ea typeface="Calibri Light"/>
                <a:cs typeface="Calibri Light"/>
              </a:defRPr>
            </a:lvl7pPr>
            <a:lvl8pPr>
              <a:buNone/>
              <a:defRPr>
                <a:latin typeface="Calibri Light"/>
                <a:ea typeface="Calibri Light"/>
                <a:cs typeface="Calibri Light"/>
              </a:defRPr>
            </a:lvl8pPr>
            <a:lvl9pPr>
              <a:buNone/>
              <a:defRPr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buNone/>
            </a:pPr>
            <a:r>
              <a:t>First Level Heading</a:t>
            </a:r>
          </a:p>
          <a:p xmlns:a="http://schemas.openxmlformats.org/drawingml/2006/main">
            <a:pPr>
              <a:buNone/>
            </a:pPr>
            <a:r>
              <a:t>Add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 </a:t>
            </a:r>
          </a:p>
        </p:txBody>
      </p:sp>
      <p:sp>
        <p:nvSpPr>
          <p:cNvPr id="18" name="Pull-out body copy text">
            <a:extLst xmlns:a="http://schemas.openxmlformats.org/drawingml/2006/main">
              <a:ext uri="{FF2B5EF4-FFF2-40B4-BE49-F238E27FC236}">
                <a16:creationId xmlns:a16="http://schemas.microsoft.com/office/drawing/2014/main" id="{A16D5FAB-27FB-4A02-AF32-8E7F184C40E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989777" y="1260602"/>
            <a:ext cx="5202223" cy="3996000"/>
          </a:xfrm>
          <a:custGeom xmlns:a="http://schemas.openxmlformats.org/drawingml/2006/main">
            <a:rect l="l" t="t" r="r" b="b"/>
            <a:pathLst>
              <a:path w="5202223" h="3996000">
                <a:moveTo>
                  <a:pt x="2001099" y="0"/>
                </a:moveTo>
                <a:cubicBezTo>
                  <a:pt x="2001099" y="0"/>
                  <a:pt x="2001099" y="0"/>
                  <a:pt x="5202223" y="0"/>
                </a:cubicBezTo>
                <a:lnTo>
                  <a:pt x="5202223" y="3996000"/>
                </a:lnTo>
                <a:cubicBezTo>
                  <a:pt x="5202223" y="3996000"/>
                  <a:pt x="5202223" y="3996000"/>
                  <a:pt x="2001099" y="3996000"/>
                </a:cubicBezTo>
                <a:cubicBezTo>
                  <a:pt x="896062" y="3996000"/>
                  <a:pt x="0" y="3100618"/>
                  <a:pt x="0" y="1996418"/>
                </a:cubicBezTo>
                <a:cubicBezTo>
                  <a:pt x="0" y="892219"/>
                  <a:pt x="896062" y="0"/>
                  <a:pt x="2001099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lIns="1224000" tIns="108000" rIns="144000" bIns="108000" anchor="ctr">
            <a:noAutofit/>
          </a:bodyPr>
          <a:lstStyle xmlns:a="http://schemas.openxmlformats.org/drawingml/2006/main">
            <a:lvl1pPr marL="90000" indent="-9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‘"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1pPr>
            <a:lvl2pPr marL="90000" indent="0"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2pPr>
            <a:lvl3pPr marL="90000" indent="0"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3pPr>
            <a:lvl4pPr marL="90000" indent="0"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4pPr>
            <a:lvl5pPr marL="90000" indent="0"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5pPr>
            <a:lvl6pPr marL="90000" indent="0"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6pPr>
            <a:lvl7pPr marL="90000" indent="0"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7pPr>
            <a:lvl8pPr marL="90000" indent="0"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8pPr>
            <a:lvl9pPr marL="90000" indent="0"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buNone/>
            </a:pPr>
            <a:r>
              <a:t>Pull-out quote</a:t>
            </a:r>
          </a:p>
          <a:p xmlns:a="http://schemas.openxmlformats.org/drawingml/2006/main">
            <a:pPr>
              <a:buNone/>
            </a:pPr>
            <a:r>
              <a:t>Edit Master text styles 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83D80CB-1664-47A2-9E0A-26A6500FF52F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F438E47C-6FDB-4220-982B-B2ACB1ED3D66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2D18EEAB-EE46-4E0A-B241-73E1C48BC92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CEB971-B798-4E1A-A628-0E96809730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B5317BF-1F0C-4477-9BC7-289198FC8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6D1EC72E-7ADB-4E90-A69C-3AE3255C4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F112DF2D-2D67-46D5-9779-19F490EB7A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Quot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B90D6A-4327-4D86-96F2-7894E76FDF4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0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7A440D47-120F-417D-B465-9495477436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38150" y="1403350"/>
            <a:ext cx="6067425" cy="4792663"/>
          </a:xfrm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0"/>
              </a:spcBef>
              <a:spcAft>
                <a:spcPts val="400"/>
              </a:spcAft>
              <a:buNone/>
              <a:defRPr/>
            </a:lvl1pPr>
            <a:lvl2pPr>
              <a:spcAft>
                <a:spcPts val="600"/>
              </a:spcAft>
              <a:buNone/>
              <a:defRPr sz="2000"/>
            </a:lvl2pPr>
            <a:lvl3pPr marL="0" indent="0">
              <a:buNone/>
              <a:defRPr>
                <a:latin typeface="Calibri Light"/>
                <a:ea typeface="Calibri Light"/>
                <a:cs typeface="Calibri Light"/>
              </a:defRPr>
            </a:lvl3pPr>
            <a:lvl4pPr marL="180000" indent="-180000">
              <a:buChar char="•"/>
              <a:defRPr>
                <a:latin typeface="Calibri Light"/>
                <a:ea typeface="Calibri Light"/>
                <a:cs typeface="Calibri Light"/>
              </a:defRPr>
            </a:lvl4pPr>
            <a:lvl5pPr marL="360000" indent="-180000">
              <a:buChar char="–"/>
              <a:defRPr>
                <a:latin typeface="Calibri Light"/>
                <a:ea typeface="Calibri Light"/>
                <a:cs typeface="Calibri Light"/>
              </a:defRPr>
            </a:lvl5pPr>
            <a:lvl6pPr marL="180000">
              <a:buNone/>
              <a:defRPr>
                <a:latin typeface="Calibri Light"/>
                <a:ea typeface="Calibri Light"/>
                <a:cs typeface="Calibri Light"/>
              </a:defRPr>
            </a:lvl6pPr>
            <a:lvl7pPr>
              <a:buNone/>
              <a:defRPr>
                <a:latin typeface="Calibri Light"/>
                <a:ea typeface="Calibri Light"/>
                <a:cs typeface="Calibri Light"/>
              </a:defRPr>
            </a:lvl7pPr>
            <a:lvl8pPr>
              <a:buNone/>
              <a:defRPr>
                <a:latin typeface="Calibri Light"/>
                <a:ea typeface="Calibri Light"/>
                <a:cs typeface="Calibri Light"/>
              </a:defRPr>
            </a:lvl8pPr>
            <a:lvl9pPr>
              <a:buNone/>
              <a:defRPr>
                <a:latin typeface="Calibri Light"/>
                <a:ea typeface="Calibri Light"/>
                <a:cs typeface="Calibri Light"/>
              </a:defRPr>
            </a:lvl9pPr>
          </a:lstStyle>
          <a:p xmlns:a="http://schemas.openxmlformats.org/drawingml/2006/main">
            <a:pPr>
              <a:buNone/>
            </a:pPr>
            <a:r>
              <a:t>First Level Heading</a:t>
            </a:r>
          </a:p>
          <a:p xmlns:a="http://schemas.openxmlformats.org/drawingml/2006/main">
            <a:pPr>
              <a:buNone/>
            </a:pPr>
            <a:r>
              <a:t>Add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 </a:t>
            </a:r>
          </a:p>
        </p:txBody>
      </p:sp>
      <p:sp>
        <p:nvSpPr>
          <p:cNvPr id="12" name="Pull-out body copy text">
            <a:extLst xmlns:a="http://schemas.openxmlformats.org/drawingml/2006/main">
              <a:ext uri="{FF2B5EF4-FFF2-40B4-BE49-F238E27FC236}">
                <a16:creationId xmlns:a16="http://schemas.microsoft.com/office/drawing/2014/main" id="{5E8209D8-622A-4868-9E3A-BA1344D6CF0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318502" y="0"/>
            <a:ext cx="6873496" cy="6858000"/>
          </a:xfrm>
          <a:custGeom xmlns:a="http://schemas.openxmlformats.org/drawingml/2006/main">
            <a:rect l="l" t="t" r="r" b="b"/>
            <a:pathLst>
              <a:path w="6873496" h="6858000">
                <a:moveTo>
                  <a:pt x="0" y="0"/>
                </a:moveTo>
                <a:lnTo>
                  <a:pt x="6873496" y="0"/>
                </a:lnTo>
                <a:lnTo>
                  <a:pt x="6873496" y="2702626"/>
                </a:lnTo>
                <a:lnTo>
                  <a:pt x="6492648" y="3359543"/>
                </a:lnTo>
                <a:lnTo>
                  <a:pt x="6438448" y="3453094"/>
                </a:lnTo>
                <a:lnTo>
                  <a:pt x="6438448" y="3491915"/>
                </a:lnTo>
                <a:lnTo>
                  <a:pt x="6415957" y="3491915"/>
                </a:lnTo>
                <a:lnTo>
                  <a:pt x="4465777" y="6858000"/>
                </a:lnTo>
                <a:lnTo>
                  <a:pt x="3977804" y="6858000"/>
                </a:lnTo>
                <a:lnTo>
                  <a:pt x="1947696" y="335954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lIns="2412000" tIns="108000" rIns="1080000" bIns="828000" anchor="ctr">
            <a:noAutofit/>
          </a:bodyPr>
          <a:lstStyle xmlns:a="http://schemas.openxmlformats.org/drawingml/2006/main">
            <a:lvl1pPr marL="90000" indent="-9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‘"/>
              <a:defRPr sz="2400">
                <a:solidFill>
                  <a:schemeClr val="bg1"/>
                </a:solidFill>
              </a:defRPr>
            </a:lvl1pPr>
            <a:lvl2pPr marL="9000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9000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9000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9000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9000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9000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9000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9000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Pull-out quote</a:t>
            </a: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Six</a:t>
            </a:r>
          </a:p>
          <a:p xmlns:a="http://schemas.openxmlformats.org/drawingml/2006/main">
            <a:pPr>
              <a:buNone/>
            </a:pPr>
            <a:r>
              <a:t>Seven</a:t>
            </a:r>
          </a:p>
          <a:p xmlns:a="http://schemas.openxmlformats.org/drawingml/2006/main">
            <a:pPr>
              <a:buNone/>
            </a:pPr>
            <a:r>
              <a:t>Eight</a:t>
            </a:r>
          </a:p>
          <a:p xmlns:a="http://schemas.openxmlformats.org/drawingml/2006/main">
            <a:pPr>
              <a:buNone/>
            </a:pPr>
            <a:r>
              <a:t>Nine</a:t>
            </a:r>
          </a:p>
        </p:txBody>
      </p:sp>
      <p:sp>
        <p:nvSpPr>
          <p:cNvPr id="1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A17D06E-68F2-49BD-98A7-A0C16E41BD65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F4E0256E-6F04-4EC8-AFB8-21B09916E9B8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5717C715-D4BC-40AB-93E2-99B78F11712B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9FB529-E361-4C32-9F5D-5231D83211A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" name="Table Placeholder">
            <a:extLst xmlns:a="http://schemas.openxmlformats.org/drawingml/2006/main">
              <a:ext uri="{FF2B5EF4-FFF2-40B4-BE49-F238E27FC236}">
                <a16:creationId xmlns:a16="http://schemas.microsoft.com/office/drawing/2014/main" id="{D9448B89-E1A9-48D1-ACE5-F2C703E0A813}"/>
              </a:ext>
            </a:extLst>
          </p:cNvPr>
          <p:cNvSpPr>
            <a:spLocks xmlns:a="http://schemas.openxmlformats.org/drawingml/2006/main" noGrp="1"/>
          </p:cNvSpPr>
          <p:nvPr>
            <p:ph type="tbl" idx="13"/>
          </p:nvPr>
        </p:nvSpPr>
        <p:spPr>
          <a:xfrm xmlns:a="http://schemas.openxmlformats.org/drawingml/2006/main">
            <a:off x="600075" y="1878013"/>
            <a:ext cx="10083800" cy="35687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icon to add table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37375C2-F435-4AF8-BEA3-A45E92B6972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86644C8A-AD32-4538-A73C-70A3CD1D3898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5A390CDA-A490-485C-A4B5-94AE870FB7A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ckground">
            <a:extLst xmlns:a="http://schemas.openxmlformats.org/drawingml/2006/main">
              <a:ext uri="{FF2B5EF4-FFF2-40B4-BE49-F238E27FC236}">
                <a16:creationId xmlns:a16="http://schemas.microsoft.com/office/drawing/2014/main" id="{C6BD6C96-781C-4A3F-97CF-70B1B008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207223-9F40-4831-A16E-70FD85164F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8" name="Chart Placeholder">
            <a:extLst xmlns:a="http://schemas.openxmlformats.org/drawingml/2006/main">
              <a:ext uri="{FF2B5EF4-FFF2-40B4-BE49-F238E27FC236}">
                <a16:creationId xmlns:a16="http://schemas.microsoft.com/office/drawing/2014/main" id="{C30153EA-3427-4574-AE3C-5EC559671C53}"/>
              </a:ext>
            </a:extLst>
          </p:cNvPr>
          <p:cNvSpPr>
            <a:spLocks xmlns:a="http://schemas.openxmlformats.org/drawingml/2006/main" noGrp="1"/>
          </p:cNvSpPr>
          <p:nvPr>
            <p:ph type="chart" idx="14"/>
          </p:nvPr>
        </p:nvSpPr>
        <p:spPr>
          <a:xfrm xmlns:a="http://schemas.openxmlformats.org/drawingml/2006/main">
            <a:off x="600074" y="1230122"/>
            <a:ext cx="10083801" cy="419754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1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4769F21-380D-401A-A979-235CFCCEB2F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11" name="Date">
            <a:extLst xmlns:a="http://schemas.openxmlformats.org/drawingml/2006/main">
              <a:ext uri="{FF2B5EF4-FFF2-40B4-BE49-F238E27FC236}">
                <a16:creationId xmlns:a16="http://schemas.microsoft.com/office/drawing/2014/main" id="{5E277F89-CF90-4AFC-B523-E19D4440997F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F488251D-16DE-402B-9564-5A4CEF24B41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Two Char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855380-2E1A-49B2-865B-4C0CD6699D3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Chart Placeholder 1">
            <a:extLst xmlns:a="http://schemas.openxmlformats.org/drawingml/2006/main">
              <a:ext uri="{FF2B5EF4-FFF2-40B4-BE49-F238E27FC236}">
                <a16:creationId xmlns:a16="http://schemas.microsoft.com/office/drawing/2014/main" id="{23A387DA-AE79-4488-A710-E2CB8440BAE5}"/>
              </a:ext>
            </a:extLst>
          </p:cNvPr>
          <p:cNvSpPr>
            <a:spLocks xmlns:a="http://schemas.openxmlformats.org/drawingml/2006/main" noGrp="1"/>
          </p:cNvSpPr>
          <p:nvPr>
            <p:ph type="chart" idx="14"/>
          </p:nvPr>
        </p:nvSpPr>
        <p:spPr>
          <a:xfrm xmlns:a="http://schemas.openxmlformats.org/drawingml/2006/main">
            <a:off x="600074" y="1230122"/>
            <a:ext cx="4650351" cy="419754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8" name="Chart Placeholder 2">
            <a:extLst xmlns:a="http://schemas.openxmlformats.org/drawingml/2006/main">
              <a:ext uri="{FF2B5EF4-FFF2-40B4-BE49-F238E27FC236}">
                <a16:creationId xmlns:a16="http://schemas.microsoft.com/office/drawing/2014/main" id="{E458C3C2-CF33-4CB9-8804-AE329310D4BD}"/>
              </a:ext>
            </a:extLst>
          </p:cNvPr>
          <p:cNvSpPr>
            <a:spLocks xmlns:a="http://schemas.openxmlformats.org/drawingml/2006/main" noGrp="1"/>
          </p:cNvSpPr>
          <p:nvPr>
            <p:ph type="chart" idx="15"/>
          </p:nvPr>
        </p:nvSpPr>
        <p:spPr>
          <a:xfrm xmlns:a="http://schemas.openxmlformats.org/drawingml/2006/main">
            <a:off x="6053496" y="1230122"/>
            <a:ext cx="4650351" cy="419754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icon to add chart</a:t>
            </a:r>
          </a:p>
        </p:txBody>
      </p:sp>
      <p:sp>
        <p:nvSpPr>
          <p:cNvPr id="1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1F2A138-3AF9-4C53-833A-C2733C63B7D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A3DAE3C3-1452-4375-850F-FD7946064FA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6D13FDE5-F1B6-461C-915A-DEEF86C2AA1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Smart 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90A62F-016A-4CC4-9587-310B81E758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" name="SmartArt Placeholder">
            <a:extLst xmlns:a="http://schemas.openxmlformats.org/drawingml/2006/main">
              <a:ext uri="{FF2B5EF4-FFF2-40B4-BE49-F238E27FC236}">
                <a16:creationId xmlns:a16="http://schemas.microsoft.com/office/drawing/2014/main" id="{33CEEB8A-45DE-442C-B018-839DF31F2C9D}"/>
              </a:ext>
            </a:extLst>
          </p:cNvPr>
          <p:cNvSpPr>
            <a:spLocks xmlns:a="http://schemas.openxmlformats.org/drawingml/2006/main" noGrp="1"/>
          </p:cNvSpPr>
          <p:nvPr>
            <p:ph type="dgm" idx="15"/>
          </p:nvPr>
        </p:nvSpPr>
        <p:spPr>
          <a:xfrm xmlns:a="http://schemas.openxmlformats.org/drawingml/2006/main">
            <a:off x="600075" y="1230313"/>
            <a:ext cx="10083800" cy="4197351"/>
          </a:xfrm>
        </p:spPr>
        <p:txBody>
          <a:bodyPr xmlns:a="http://schemas.openxmlformats.org/drawingml/2006/main" lIns="144000" tIns="108000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icon to add SmartArt graphic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A3005D1-0DB0-4645-B2C9-EADC1FB24621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2DD0F65E-9E22-4FD6-92AA-F5F9B2ABC044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C21B9DBE-78C1-4846-A112-D36EF7663BA2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showMasterSp="0" preserve="1" userDrawn="1">
  <p:cSld name="Custom Graphic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7FB4F5-8995-496E-A5B2-2B518136A0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4" name="Black Text Placeholder">
            <a:extLst xmlns:a="http://schemas.openxmlformats.org/drawingml/2006/main">
              <a:ext uri="{FF2B5EF4-FFF2-40B4-BE49-F238E27FC236}">
                <a16:creationId xmlns:a16="http://schemas.microsoft.com/office/drawing/2014/main" id="{DD279792-438F-4540-B064-59FF4CB006E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91527" y="1406942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lIns="144000" tIns="144000" rIns="144000" bIns="144000"/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buNone/>
              <a:defRPr>
                <a:solidFill>
                  <a:schemeClr val="bg2"/>
                </a:solidFill>
              </a:defRPr>
            </a:lvl2pPr>
            <a:lvl3pPr>
              <a:spcBef>
                <a:spcPts val="0"/>
              </a:spcBef>
              <a:buNone/>
              <a:defRPr>
                <a:solidFill>
                  <a:schemeClr val="bg2"/>
                </a:solidFill>
              </a:defRPr>
            </a:lvl3pPr>
            <a:lvl4pPr>
              <a:spcBef>
                <a:spcPts val="0"/>
              </a:spcBef>
              <a:buNone/>
              <a:defRPr>
                <a:solidFill>
                  <a:schemeClr val="bg2"/>
                </a:solidFill>
              </a:defRPr>
            </a:lvl4pPr>
            <a:lvl5pPr>
              <a:spcBef>
                <a:spcPts val="0"/>
              </a:spcBef>
              <a:buNone/>
              <a:defRPr>
                <a:solidFill>
                  <a:schemeClr val="bg2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Green Text Placeholder">
            <a:extLst xmlns:a="http://schemas.openxmlformats.org/drawingml/2006/main">
              <a:ext uri="{FF2B5EF4-FFF2-40B4-BE49-F238E27FC236}">
                <a16:creationId xmlns:a16="http://schemas.microsoft.com/office/drawing/2014/main" id="{60303E1E-61F6-443C-A0F7-1058BB4E43B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91527" y="2313853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lIns="144000" tIns="144000" rIns="144000" bIns="144000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White Text Placeholder">
            <a:extLst xmlns:a="http://schemas.openxmlformats.org/drawingml/2006/main">
              <a:ext uri="{FF2B5EF4-FFF2-40B4-BE49-F238E27FC236}">
                <a16:creationId xmlns:a16="http://schemas.microsoft.com/office/drawing/2014/main" id="{E2A84125-9005-4533-BECC-81A7366A665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91527" y="3220764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5400">
            <a:solidFill>
              <a:schemeClr val="accent1"/>
            </a:solidFill>
          </a:ln>
        </p:spPr>
        <p:txBody>
          <a:bodyPr xmlns:a="http://schemas.openxmlformats.org/drawingml/2006/main" lIns="144000" tIns="144000" rIns="144000" bIns="14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Blank Text Placeholder">
            <a:extLst xmlns:a="http://schemas.openxmlformats.org/drawingml/2006/main">
              <a:ext uri="{FF2B5EF4-FFF2-40B4-BE49-F238E27FC236}">
                <a16:creationId xmlns:a16="http://schemas.microsoft.com/office/drawing/2014/main" id="{26813962-FD3C-4FB9-B491-C767A671C6A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91527" y="4127675"/>
            <a:ext cx="396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5400">
            <a:noFill/>
          </a:ln>
        </p:spPr>
        <p:txBody>
          <a:bodyPr xmlns:a="http://schemas.openxmlformats.org/drawingml/2006/main" lIns="144000" tIns="144000" rIns="144000" bIns="144000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algn="ct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Click to add text</a:t>
            </a:r>
          </a:p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A4DBA6D-0FE3-444F-B987-3BBD2A54B362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F0DC217C-422A-4F02-8E8C-630F01FC5FFA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37B906E4-5782-4EA0-AA19-3E5EDECDEF6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A30D1EE-4D1E-499A-A8ED-95AEBD77D53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8" name="Yellow Text Placeholder">
            <a:extLst xmlns:a="http://schemas.openxmlformats.org/drawingml/2006/main">
              <a:ext uri="{FF2B5EF4-FFF2-40B4-BE49-F238E27FC236}">
                <a16:creationId xmlns:a16="http://schemas.microsoft.com/office/drawing/2014/main" id="{F085DE56-C228-4F1A-AD46-9A998DCBDF7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337968" y="1594348"/>
            <a:ext cx="3379544" cy="1485472"/>
          </a:xfrm>
          <a:prstGeom xmlns:a="http://schemas.openxmlformats.org/drawingml/2006/main" prst="wedgeRoundRectCallout">
            <a:avLst>
              <a:gd name="adj1" fmla="val 40118"/>
              <a:gd name="adj2" fmla="val 73896"/>
              <a:gd name="adj3" fmla="val 16667"/>
            </a:avLst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500"/>
              </a:spcBef>
              <a:spcAft>
                <a:spcPts val="0"/>
              </a:spcAft>
              <a:buNone/>
              <a:defRPr sz="1700">
                <a:solidFill>
                  <a:schemeClr val="bg1"/>
                </a:solidFill>
              </a:defRPr>
            </a:lvl1pPr>
            <a:lvl2pPr marL="180000" indent="-180000">
              <a:buChar char="•"/>
              <a:defRPr>
                <a:solidFill>
                  <a:schemeClr val="bg1"/>
                </a:solidFill>
              </a:defRPr>
            </a:lvl2pPr>
            <a:lvl3pPr marL="180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Green Text Placeholder">
            <a:extLst xmlns:a="http://schemas.openxmlformats.org/drawingml/2006/main">
              <a:ext uri="{FF2B5EF4-FFF2-40B4-BE49-F238E27FC236}">
                <a16:creationId xmlns:a16="http://schemas.microsoft.com/office/drawing/2014/main" id="{72FD5BAD-4E1C-4BA1-A864-AD6B442766B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256825" y="1271116"/>
            <a:ext cx="3379544" cy="2131936"/>
          </a:xfrm>
          <a:prstGeom xmlns:a="http://schemas.openxmlformats.org/drawingml/2006/main" prst="wedgeRoundRectCallout">
            <a:avLst>
              <a:gd name="adj1" fmla="val 3699"/>
              <a:gd name="adj2" fmla="val 63310"/>
              <a:gd name="adj3" fmla="val 16667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500"/>
              </a:spcBef>
              <a:spcAft>
                <a:spcPts val="0"/>
              </a:spcAft>
              <a:buNone/>
              <a:defRPr sz="1700">
                <a:solidFill>
                  <a:schemeClr val="bg1"/>
                </a:solidFill>
              </a:defRPr>
            </a:lvl1pPr>
            <a:lvl2pPr marL="180000" indent="-180000">
              <a:buChar char="•"/>
              <a:defRPr>
                <a:solidFill>
                  <a:schemeClr val="bg1"/>
                </a:solidFill>
              </a:defRPr>
            </a:lvl2pPr>
            <a:lvl3pPr marL="180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Black Text Placeholder">
            <a:extLst xmlns:a="http://schemas.openxmlformats.org/drawingml/2006/main">
              <a:ext uri="{FF2B5EF4-FFF2-40B4-BE49-F238E27FC236}">
                <a16:creationId xmlns:a16="http://schemas.microsoft.com/office/drawing/2014/main" id="{6744FA5E-A949-41D0-8825-88D17F22D9E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2337968" y="3793252"/>
            <a:ext cx="3379544" cy="2100105"/>
          </a:xfrm>
          <a:prstGeom xmlns:a="http://schemas.openxmlformats.org/drawingml/2006/main" prst="wedgeRoundRectCallout">
            <a:avLst>
              <a:gd name="adj1" fmla="val 4736"/>
              <a:gd name="adj2" fmla="val 67336"/>
              <a:gd name="adj3" fmla="val 16667"/>
            </a:avLst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500"/>
              </a:spcBef>
              <a:spcAft>
                <a:spcPts val="0"/>
              </a:spcAft>
              <a:buNone/>
              <a:defRPr sz="1700">
                <a:solidFill>
                  <a:schemeClr val="bg1"/>
                </a:solidFill>
              </a:defRPr>
            </a:lvl1pPr>
            <a:lvl2pPr marL="180000" indent="-180000">
              <a:buChar char="•"/>
              <a:defRPr>
                <a:solidFill>
                  <a:schemeClr val="bg1"/>
                </a:solidFill>
              </a:defRPr>
            </a:lvl2pPr>
            <a:lvl3pPr marL="180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1" name="Grey Text Placeholder">
            <a:extLst xmlns:a="http://schemas.openxmlformats.org/drawingml/2006/main">
              <a:ext uri="{FF2B5EF4-FFF2-40B4-BE49-F238E27FC236}">
                <a16:creationId xmlns:a16="http://schemas.microsoft.com/office/drawing/2014/main" id="{A0A35F0C-1A2A-4382-9CE0-662C7D94B02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56825" y="4076290"/>
            <a:ext cx="3379544" cy="1575908"/>
          </a:xfrm>
          <a:prstGeom xmlns:a="http://schemas.openxmlformats.org/drawingml/2006/main" prst="wedgeRoundRectCallout">
            <a:avLst>
              <a:gd name="adj1" fmla="val 37888"/>
              <a:gd name="adj2" fmla="val 65661"/>
              <a:gd name="adj3" fmla="val 16667"/>
            </a:avLst>
          </a:prstGeom>
          <a:solidFill xmlns:a="http://schemas.openxmlformats.org/drawingml/2006/main">
            <a:schemeClr val="accent6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500"/>
              </a:spcBef>
              <a:spcAft>
                <a:spcPts val="0"/>
              </a:spcAft>
              <a:buNone/>
              <a:defRPr sz="1700">
                <a:solidFill>
                  <a:schemeClr val="tx1"/>
                </a:solidFill>
              </a:defRPr>
            </a:lvl1pPr>
            <a:lvl2pPr marL="180000" indent="-180000">
              <a:buChar char="•"/>
              <a:defRPr/>
            </a:lvl2pPr>
            <a:lvl3pPr marL="180000" indent="0"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49B8446-2CE1-4339-A926-C82C108C1E5A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A1740095-96D1-460A-827F-D4E9DA0D25A2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445D2300-C34D-49EF-8FA9-7B3299A89CF4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A30D1EE-4D1E-499A-A8ED-95AEBD77D53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Blank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49B8446-2CE1-4339-A926-C82C108C1E5A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A1740095-96D1-460A-827F-D4E9DA0D25A2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445D2300-C34D-49EF-8FA9-7B3299A89CF4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type="title" preserve="1">
  <p:cSld name="Title Slide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1564A9-2450-42F3-8DD8-34D258DAD3E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362257" y="542542"/>
            <a:ext cx="4752000" cy="183520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lnSpc>
                <a:spcPct val="100000"/>
              </a:lnSpc>
              <a:buNone/>
              <a:defRPr sz="4200" b="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4CE14CA-5019-42F8-920E-2116897D54A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362258" y="2701251"/>
            <a:ext cx="4751999" cy="198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2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c6aaf624d4a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35282" y="3375501"/>
            <a:ext cx="1513885" cy="1511655"/>
          </a:xfrm>
          <a:prstGeom xmlns:a="http://schemas.openxmlformats.org/drawingml/2006/main" prst="rect">
            <a:avLst/>
          </a:prstGeom>
        </p:spPr>
      </p:pic>
      <p:sp>
        <p:nvSpPr>
          <p:cNvPr id="10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44FC142B-F28E-4B8F-A1B4-195D306776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</a:t>
            </a:r>
            <a:r>
              <a:t>CRICOS</a:t>
            </a:r>
            <a:r>
              <a:t> Provider Code: </a:t>
            </a:r>
            <a:r>
              <a:t>00113B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" preserve="1">
  <p:cSld name="Title Slid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Graphic">
            <a:extLst xmlns:a="http://schemas.openxmlformats.org/drawingml/2006/main">
              <a:ext uri="{FF2B5EF4-FFF2-40B4-BE49-F238E27FC236}">
                <a16:creationId xmlns:a16="http://schemas.microsoft.com/office/drawing/2014/main" id="{6A9026D8-4650-4F23-9189-95187B75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21" y="689155"/>
            <a:ext cx="6325057" cy="5345885"/>
          </a:xfrm>
          <a:custGeom xmlns:a="http://schemas.openxmlformats.org/drawingml/2006/main">
            <a:rect l="0" t="0" r="r" b="b"/>
            <a:pathLst>
              <a:path w="2658" h="2246">
                <a:moveTo>
                  <a:pt x="0" y="2246"/>
                </a:moveTo>
                <a:cubicBezTo>
                  <a:pt x="1536" y="2246"/>
                  <a:pt x="1536" y="2246"/>
                  <a:pt x="1536" y="2246"/>
                </a:cubicBezTo>
                <a:cubicBezTo>
                  <a:pt x="2155" y="2246"/>
                  <a:pt x="2658" y="1744"/>
                  <a:pt x="2658" y="1123"/>
                </a:cubicBezTo>
                <a:cubicBezTo>
                  <a:pt x="2658" y="503"/>
                  <a:pt x="2156" y="0"/>
                  <a:pt x="1536" y="0"/>
                </a:cubicBezTo>
                <a:cubicBezTo>
                  <a:pt x="0" y="0"/>
                  <a:pt x="0" y="0"/>
                  <a:pt x="0" y="0"/>
                </a:cubicBezTo>
                <a:lnTo>
                  <a:pt x="0" y="2246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ED3967-A10C-4F2A-8298-309B901EB4C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46418" y="1326018"/>
            <a:ext cx="4752000" cy="14400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lnSpc>
                <a:spcPct val="100000"/>
              </a:lnSpc>
              <a:buNone/>
              <a:defRPr sz="28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A826466-5A3C-459B-9972-E294AE0B14D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46418" y="3393287"/>
            <a:ext cx="4751999" cy="198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20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f76199e2e4e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6680" y="4309872"/>
            <a:ext cx="1437588" cy="1435470"/>
          </a:xfrm>
          <a:prstGeom xmlns:a="http://schemas.openxmlformats.org/drawingml/2006/main" prst="rect">
            <a:avLst/>
          </a:prstGeom>
        </p:spPr>
      </p:pic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A7EC68DA-FBB0-4AAA-ABAC-746F7508E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</a:t>
            </a:r>
            <a:r>
              <a:t>CRICOS</a:t>
            </a:r>
            <a:r>
              <a:t> Provider Code: </a:t>
            </a:r>
            <a:r>
              <a:t>00113B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" preserve="1">
  <p:cSld name="Title Slide 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8BFB2E-0445-4613-9A25-E15DC590573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31068" y="1293486"/>
            <a:ext cx="5292000" cy="2016000"/>
          </a:xfrm>
        </p:spPr>
        <p:txBody>
          <a:bodyPr xmlns:a="http://schemas.openxmlformats.org/drawingml/2006/main" anchor="t"/>
          <a:lstStyle xmlns:a="http://schemas.openxmlformats.org/drawingml/2006/main">
            <a:lvl1pPr marL="432000" indent="-432000" algn="l">
              <a:lnSpc>
                <a:spcPct val="100000"/>
              </a:lnSpc>
              <a:buChar char=""/>
              <a:defRPr sz="4000" b="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0FE6697-BA84-4692-BF2B-9285297A55C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480096" y="3614630"/>
            <a:ext cx="4842972" cy="1404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0b7f2a4514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467" y="4103412"/>
            <a:ext cx="1350813" cy="1348823"/>
          </a:xfrm>
          <a:prstGeom xmlns:a="http://schemas.openxmlformats.org/drawingml/2006/main" prst="rect">
            <a:avLst/>
          </a:prstGeom>
        </p:spPr>
      </p:pic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503C0357-7701-438B-B337-77AE6DED2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type="title" preserve="1">
  <p:cSld name="Title Slide 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0524F0-E42C-43DC-8940-EF9A2E6279B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008708" y="980331"/>
            <a:ext cx="5292000" cy="2016000"/>
          </a:xfrm>
        </p:spPr>
        <p:txBody>
          <a:bodyPr xmlns:a="http://schemas.openxmlformats.org/drawingml/2006/main" anchor="b"/>
          <a:lstStyle xmlns:a="http://schemas.openxmlformats.org/drawingml/2006/main">
            <a:lvl1pPr marL="432000" indent="-432000" algn="l">
              <a:lnSpc>
                <a:spcPct val="100000"/>
              </a:lnSpc>
              <a:buChar char=""/>
              <a:defRPr sz="42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47F9D88-14B4-437B-8820-A5EAEECFED7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427256" y="3240515"/>
            <a:ext cx="4873452" cy="72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bc0d54fa24e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2472" y="4254596"/>
            <a:ext cx="1462648" cy="1460493"/>
          </a:xfrm>
          <a:prstGeom xmlns:a="http://schemas.openxmlformats.org/drawingml/2006/main" prst="rect">
            <a:avLst/>
          </a:prstGeom>
        </p:spPr>
      </p:pic>
      <p:sp>
        <p:nvSpPr>
          <p:cNvPr id="10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9D85B157-4252-4417-BAA7-C925512D77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CRICOS Provider Code: 00113B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type="title" preserve="1">
  <p:cSld name="Title Slide 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0BDEEF-7B69-40CF-AC73-70A9A0CBCC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008708" y="980331"/>
            <a:ext cx="5292000" cy="2016000"/>
          </a:xfrm>
        </p:spPr>
        <p:txBody>
          <a:bodyPr xmlns:a="http://schemas.openxmlformats.org/drawingml/2006/main" anchor="b"/>
          <a:lstStyle xmlns:a="http://schemas.openxmlformats.org/drawingml/2006/main">
            <a:lvl1pPr marL="432000" indent="-432000" algn="l">
              <a:lnSpc>
                <a:spcPct val="100000"/>
              </a:lnSpc>
              <a:buChar char=""/>
              <a:defRPr sz="4200" b="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74D21EA-84A0-48EF-A296-4F346C45645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427256" y="3240515"/>
            <a:ext cx="4873452" cy="72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365d7258c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2472" y="4254596"/>
            <a:ext cx="1462648" cy="1460493"/>
          </a:xfrm>
          <a:prstGeom xmlns:a="http://schemas.openxmlformats.org/drawingml/2006/main" prst="rect">
            <a:avLst/>
          </a:prstGeom>
        </p:spPr>
      </p:pic>
      <p:sp>
        <p:nvSpPr>
          <p:cNvPr id="10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F8DE3B7A-A5C5-4CF9-8D01-B802B4A97D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</a:t>
            </a:r>
            <a:r>
              <a:t>CRICOS</a:t>
            </a:r>
            <a:r>
              <a:t> Provider Code: </a:t>
            </a:r>
            <a:r>
              <a:t>00113B</a:t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type="title" preserve="1">
  <p:cSld name="Title Slide F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isplay 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026EAD-AA92-484B-8491-809E88D2049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43108" y="1830360"/>
            <a:ext cx="5760000" cy="1476000"/>
          </a:xfrm>
        </p:spPr>
        <p:txBody>
          <a:bodyPr xmlns:a="http://schemas.openxmlformats.org/drawingml/2006/main" anchor="t"/>
          <a:lstStyle xmlns:a="http://schemas.openxmlformats.org/drawingml/2006/main">
            <a:lvl1pPr marL="432000" indent="-432000" algn="l">
              <a:lnSpc>
                <a:spcPct val="100000"/>
              </a:lnSpc>
              <a:buChar char=""/>
              <a:defRPr sz="29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758EE96-326D-4F13-83FA-EEFF51A36C9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288586" y="3912224"/>
            <a:ext cx="5314521" cy="72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5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9435bc3f645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6907" y="1996356"/>
            <a:ext cx="1297473" cy="1295561"/>
          </a:xfrm>
          <a:prstGeom xmlns:a="http://schemas.openxmlformats.org/drawingml/2006/main" prst="rect">
            <a:avLst/>
          </a:prstGeom>
        </p:spPr>
      </p:pic>
      <p:sp>
        <p:nvSpPr>
          <p:cNvPr id="12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5F2F645A-B1A3-4FA5-AF08-92FA004635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</a:t>
            </a:r>
            <a:r>
              <a:t>CRICOS</a:t>
            </a:r>
            <a:r>
              <a:t> Provider Code: </a:t>
            </a:r>
            <a:r>
              <a:t>00113B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type="title" preserve="1">
  <p:cSld name="Title Slide 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51FDAF-56A5-4FD4-A3ED-2C273DA9F0E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947612" y="1464599"/>
            <a:ext cx="5760000" cy="1476000"/>
          </a:xfrm>
        </p:spPr>
        <p:txBody>
          <a:bodyPr xmlns:a="http://schemas.openxmlformats.org/drawingml/2006/main" anchor="t"/>
          <a:lstStyle xmlns:a="http://schemas.openxmlformats.org/drawingml/2006/main">
            <a:lvl1pPr marL="432000" indent="-432000" algn="l">
              <a:lnSpc>
                <a:spcPct val="100000"/>
              </a:lnSpc>
              <a:buChar char=""/>
              <a:defRPr sz="29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7C0B564-4BBD-4687-9463-C5C0CED3ACE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373930" y="3741536"/>
            <a:ext cx="5314521" cy="72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2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aa4405c164a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57186" y="5310187"/>
            <a:ext cx="1033397" cy="1031875"/>
          </a:xfrm>
          <a:prstGeom xmlns:a="http://schemas.openxmlformats.org/drawingml/2006/main" prst="rect">
            <a:avLst/>
          </a:prstGeom>
        </p:spPr>
      </p:pic>
      <p:sp>
        <p:nvSpPr>
          <p:cNvPr id="10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4D2692AD-C2F6-47D9-8C11-F3FBB19EA9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</a:t>
            </a:r>
            <a:r>
              <a:t>CRICOS</a:t>
            </a:r>
            <a:r>
              <a:t> Provider Code: </a:t>
            </a:r>
            <a:r>
              <a:t>00113B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Title Slide H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6DE023C-ED6F-4E07-951B-0F94A20FABD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937386" y="1018344"/>
            <a:ext cx="3780000" cy="14400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lnSpc>
                <a:spcPct val="100000"/>
              </a:lnSpc>
              <a:buNone/>
              <a:defRPr sz="36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AB79873-7F80-418B-9600-8B875BB6424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937387" y="2668359"/>
            <a:ext cx="3780000" cy="72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2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sp>
        <p:nvSpPr>
          <p:cNvPr id="21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E699E9AB-7135-45A1-99CC-0B512958C926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7878762" y="0"/>
            <a:ext cx="4313238" cy="4595813"/>
          </a:xfrm>
          <a:custGeom xmlns:a="http://schemas.openxmlformats.org/drawingml/2006/main">
            <a:rect l="l" t="t" r="r" b="b"/>
            <a:pathLst>
              <a:path w="4313238" h="4595813">
                <a:moveTo>
                  <a:pt x="0" y="0"/>
                </a:moveTo>
                <a:lnTo>
                  <a:pt x="4313238" y="0"/>
                </a:lnTo>
                <a:lnTo>
                  <a:pt x="4313238" y="1709738"/>
                </a:lnTo>
                <a:lnTo>
                  <a:pt x="2638425" y="45958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lIns="144000" tIns="936000" rIns="144000" anchor="t">
            <a:no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pic>
        <p:nvPicPr>
          <p:cNvPr id="22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87dffd6dd4f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808" y="5177471"/>
            <a:ext cx="1033397" cy="1031875"/>
          </a:xfrm>
          <a:prstGeom xmlns:a="http://schemas.openxmlformats.org/drawingml/2006/main" prst="rect">
            <a:avLst/>
          </a:prstGeom>
        </p:spPr>
      </p:pic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B7A94011-2B26-447A-8F86-F07851D30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Title Slide I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6DE023C-ED6F-4E07-951B-0F94A20FABD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937386" y="1018344"/>
            <a:ext cx="3780000" cy="14400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lnSpc>
                <a:spcPct val="100000"/>
              </a:lnSpc>
              <a:buNone/>
              <a:defRPr sz="36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C5EC493-819B-4F38-8A65-4AD758179CD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937387" y="2668359"/>
            <a:ext cx="3780000" cy="72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add subtitle</a:t>
            </a:r>
          </a:p>
        </p:txBody>
      </p:sp>
      <p:sp>
        <p:nvSpPr>
          <p:cNvPr id="12" name="Graphic">
            <a:extLst xmlns:a="http://schemas.openxmlformats.org/drawingml/2006/main">
              <a:ext uri="{FF2B5EF4-FFF2-40B4-BE49-F238E27FC236}">
                <a16:creationId xmlns:a16="http://schemas.microsoft.com/office/drawing/2014/main" id="{EFB87DF5-BF6E-4FC5-8ADE-59638EE7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62" y="0"/>
            <a:ext cx="4313238" cy="4595813"/>
          </a:xfrm>
          <a:custGeom xmlns:a="http://schemas.openxmlformats.org/drawingml/2006/main">
            <a:rect l="0" t="0" r="r" b="b"/>
            <a:pathLst>
              <a:path w="2717" h="2895">
                <a:moveTo>
                  <a:pt x="2717" y="1077"/>
                </a:moveTo>
                <a:lnTo>
                  <a:pt x="2717" y="0"/>
                </a:lnTo>
                <a:lnTo>
                  <a:pt x="0" y="0"/>
                </a:lnTo>
                <a:lnTo>
                  <a:pt x="1662" y="2895"/>
                </a:lnTo>
                <a:lnTo>
                  <a:pt x="2717" y="1077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1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DBCB57CA-4EDC-4387-B4F2-EDA27367C34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967287" y="1181099"/>
            <a:ext cx="6550025" cy="5676900"/>
          </a:xfrm>
          <a:custGeom xmlns:a="http://schemas.openxmlformats.org/drawingml/2006/main">
            <a:rect l="l" t="t" r="r" b="b"/>
            <a:pathLst>
              <a:path w="6550025" h="5676900">
                <a:moveTo>
                  <a:pt x="3289300" y="0"/>
                </a:moveTo>
                <a:lnTo>
                  <a:pt x="6550025" y="5676900"/>
                </a:lnTo>
                <a:lnTo>
                  <a:pt x="4006786" y="5676900"/>
                </a:lnTo>
                <a:lnTo>
                  <a:pt x="0" y="56769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lIns="144000" tIns="144000" bIns="144000" anchor="ctr">
            <a:no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C784A1E-8343-42C5-B0FD-AF21FA3C8012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E72A3CFB-4CB8-4D6C-97CA-95E6B1DA015D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98BA5DCB-4172-4A7E-BD03-B5B5DE4137DD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Section Break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6DE023C-ED6F-4E07-951B-0F94A20FABD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39675" y="1388347"/>
            <a:ext cx="4284000" cy="1440000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lnSpc>
                <a:spcPct val="100000"/>
              </a:lnSpc>
              <a:buNone/>
              <a:defRPr sz="28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Section break heading</a:t>
            </a:r>
          </a:p>
        </p:txBody>
      </p:sp>
      <p:pic>
        <p:nvPicPr>
          <p:cNvPr id="19" name="Graphi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3b0dc09d3445a">
            <a:extLst>
              <a:ext uri="{96DAC541-7B7A-43D3-8B79-37D633B846F1}">
                <asvg:svgBlip xmlns:asvg="http://schemas.microsoft.com/office/drawing/2016/SVG/main" r:embed="Reb0726457ea042c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071" y="748014"/>
            <a:ext cx="6524625" cy="4343400"/>
          </a:xfrm>
          <a:prstGeom xmlns:a="http://schemas.openxmlformats.org/drawingml/2006/main" prst="rect">
            <a:avLst/>
          </a:prstGeom>
        </p:spPr>
      </p:pic>
      <p:pic>
        <p:nvPicPr>
          <p:cNvPr id="20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8ac5cf6ed4a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6277" y="3726415"/>
            <a:ext cx="1177419" cy="1175685"/>
          </a:xfrm>
          <a:prstGeom xmlns:a="http://schemas.openxmlformats.org/drawingml/2006/main" prst="rect">
            <a:avLst/>
          </a:prstGeom>
        </p:spPr>
      </p:pic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BDF2D210-E1F9-4FD6-9A0A-9C12F64DBB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CRICOS Provider Code: 00113B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Section Break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Graphi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10242bdf7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916" y="0"/>
            <a:ext cx="7685813" cy="6858000"/>
          </a:xfrm>
          <a:prstGeom xmlns:a="http://schemas.openxmlformats.org/drawingml/2006/main" prst="rect">
            <a:avLst/>
          </a:prstGeom>
        </p:spPr>
      </p:pic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6DE023C-ED6F-4E07-951B-0F94A20FABD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95093" y="1244654"/>
            <a:ext cx="4284000" cy="1440000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lnSpc>
                <a:spcPct val="100000"/>
              </a:lnSpc>
              <a:buNone/>
              <a:defRPr sz="28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Section break heading</a:t>
            </a:r>
          </a:p>
        </p:txBody>
      </p:sp>
      <p:pic>
        <p:nvPicPr>
          <p:cNvPr id="19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8cd6adf7346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665" y="5268541"/>
            <a:ext cx="1177419" cy="1175685"/>
          </a:xfrm>
          <a:prstGeom xmlns:a="http://schemas.openxmlformats.org/drawingml/2006/main" prst="rect">
            <a:avLst/>
          </a:prstGeom>
        </p:spPr>
      </p:pic>
      <p:sp>
        <p:nvSpPr>
          <p:cNvPr id="7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65813DF2-1313-4E0F-A2E8-9C2A244FEB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CRICOS Provider Code: 00113B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Section Break 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1BC1A6-FA88-4814-A368-FA1F0C3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6DE023C-ED6F-4E07-951B-0F94A20FABD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912660" y="1244654"/>
            <a:ext cx="4284000" cy="1944000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lnSpc>
                <a:spcPct val="100000"/>
              </a:lnSpc>
              <a:buNone/>
              <a:defRPr sz="36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Section break heading</a:t>
            </a:r>
          </a:p>
        </p:txBody>
      </p:sp>
      <p:pic>
        <p:nvPicPr>
          <p:cNvPr id="19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8cfcab4cf49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665" y="5268541"/>
            <a:ext cx="1177419" cy="1175685"/>
          </a:xfrm>
          <a:prstGeom xmlns:a="http://schemas.openxmlformats.org/drawingml/2006/main" prst="rect">
            <a:avLst/>
          </a:prstGeom>
        </p:spPr>
      </p:pic>
      <p:sp>
        <p:nvSpPr>
          <p:cNvPr id="16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76F6FAF9-3DEF-4AC0-A3DD-B9DB37BA5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302171" y="6579113"/>
            <a:ext cx="6624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36000" rIns="0" bIns="36000"/>
          <a:lstStyle xmlns:a="http://schemas.openxmlformats.org/drawingml/2006/main">
            <a:lvl1pPr>
              <a:buNone/>
              <a:defRPr sz="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r>
              <a:t>Deakin University </a:t>
            </a:r>
            <a:r>
              <a:t>CRICOS</a:t>
            </a:r>
            <a:r>
              <a:t> Provider Code: </a:t>
            </a:r>
            <a:r>
              <a:t>00113B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Title and Content A - With Heading over two lin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137024-E634-4701-9591-93B90B0E4A3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9887644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pic>
        <p:nvPicPr>
          <p:cNvPr id="7" name="Graphi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476339224bc0">
            <a:extLst>
              <a:ext uri="{96DAC541-7B7A-43D3-8B79-37D633B846F1}">
                <asvg:svgBlip xmlns:asvg="http://schemas.microsoft.com/office/drawing/2016/SVG/main" r:embed="R46121caa261f45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59" y="396502"/>
            <a:ext cx="352425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669E11A-5375-4CDA-AE5F-73599D65D32B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343AF9C5-02E3-478B-8FF1-765887282F3E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C21CF60B-CC84-48CA-8A79-12A6E322A119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Title and Content B - One line heading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1AE280-C750-4733-A87F-1C4F69A2475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85350"/>
            <a:ext cx="9900000" cy="468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990000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pic>
        <p:nvPicPr>
          <p:cNvPr id="7" name="Graphi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16ed1d83545a4">
            <a:extLst>
              <a:ext uri="{96DAC541-7B7A-43D3-8B79-37D633B846F1}">
                <asvg:svgBlip xmlns:asvg="http://schemas.microsoft.com/office/drawing/2016/SVG/main" r:embed="R32176b4c991e4e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59" y="396502"/>
            <a:ext cx="352425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E431B96-D9B2-471C-94EA-209D0EFBF481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32F89E9A-A860-4407-B867-4F34B84472C5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5DF69438-3CFF-464B-B170-B87FF1D01FFC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Title and Content 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Display shap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6c09cfa1a4e6a">
            <a:extLst>
              <a:ext uri="{96DAC541-7B7A-43D3-8B79-37D633B846F1}">
                <asvg:svgBlip xmlns:asvg="http://schemas.microsoft.com/office/drawing/2016/SVG/main" r:embed="R9e90a811e6ef45c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" y="495300"/>
            <a:ext cx="183592" cy="208401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9A621D-3EA7-4D97-AB6D-608CCA9BC86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85350"/>
            <a:ext cx="9900000" cy="468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8" name="Subheading">
            <a:extLst xmlns:a="http://schemas.openxmlformats.org/drawingml/2006/main">
              <a:ext uri="{FF2B5EF4-FFF2-40B4-BE49-F238E27FC236}">
                <a16:creationId xmlns:a16="http://schemas.microsoft.com/office/drawing/2014/main" id="{34CDAE80-AB5A-4029-BEC3-52CCB483A03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0" y="830490"/>
            <a:ext cx="9913620" cy="490960"/>
          </a:xfrm>
          <a:custGeom xmlns:a="http://schemas.openxmlformats.org/drawingml/2006/main">
            <a:rect l="l" t="t" r="r" b="b"/>
            <a:pathLst>
              <a:path w="9913620" h="490960">
                <a:moveTo>
                  <a:pt x="0" y="0"/>
                </a:moveTo>
                <a:lnTo>
                  <a:pt x="4271" y="0"/>
                </a:lnTo>
                <a:cubicBezTo>
                  <a:pt x="901222" y="0"/>
                  <a:pt x="3293093" y="0"/>
                  <a:pt x="9671413" y="0"/>
                </a:cubicBezTo>
                <a:cubicBezTo>
                  <a:pt x="9806490" y="0"/>
                  <a:pt x="9913620" y="110938"/>
                  <a:pt x="9913620" y="245480"/>
                </a:cubicBezTo>
                <a:cubicBezTo>
                  <a:pt x="9913620" y="380022"/>
                  <a:pt x="9806490" y="490960"/>
                  <a:pt x="9671413" y="490960"/>
                </a:cubicBezTo>
                <a:cubicBezTo>
                  <a:pt x="9671413" y="490960"/>
                  <a:pt x="9671413" y="490960"/>
                  <a:pt x="393261" y="490960"/>
                </a:cubicBezTo>
                <a:lnTo>
                  <a:pt x="0" y="49096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</p:spPr>
        <p:txBody>
          <a:bodyPr xmlns:a="http://schemas.openxmlformats.org/drawingml/2006/main" wrap="square" lIns="864000" tIns="72000" rIns="360000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150"/>
            </a:lvl1pPr>
            <a:lvl2pPr>
              <a:buNone/>
              <a:defRPr sz="1300"/>
            </a:lvl2pPr>
            <a:lvl3pPr>
              <a:buNone/>
              <a:defRPr sz="1600"/>
            </a:lvl3pPr>
            <a:lvl4pPr marL="0" indent="0">
              <a:buNone/>
              <a:defRPr sz="1300"/>
            </a:lvl4pPr>
            <a:lvl5pPr marL="0">
              <a:buNone/>
              <a:defRPr sz="1300"/>
            </a:lvl5pPr>
            <a:lvl6pPr>
              <a:buNone/>
              <a:defRPr sz="1300"/>
            </a:lvl6pPr>
            <a:lvl7pPr>
              <a:buNone/>
              <a:defRPr sz="1300"/>
            </a:lvl7pPr>
            <a:lvl8pPr>
              <a:buNone/>
              <a:defRPr sz="1300"/>
            </a:lvl8pPr>
            <a:lvl9pPr>
              <a:buNone/>
              <a:defRPr sz="1300"/>
            </a:lvl9pPr>
          </a:lstStyle>
          <a:p xmlns:a="http://schemas.openxmlformats.org/drawingml/2006/main">
            <a:pPr>
              <a:buNone/>
            </a:pPr>
            <a:r>
              <a:t>Click to add subheading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990000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D90F210-6C5D-4952-AC8F-B85FD4D76A21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58423D09-AE22-47A4-B7C5-0786760BF49D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2263AB1F-7162-4AFC-BCDC-8563F9A1727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Title and Content 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DF35CF-37A3-4B22-8492-5419222B18E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9887644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D09E9B0-CEBB-4940-A212-9C872E25378B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17DCDEEA-5F1E-41D3-B080-F623F4486723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6C3A8F0D-C068-4EC5-90E8-2F4BD9975D37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Title and Content 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544CF1-C525-4912-917C-E277A3A9793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720000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6" name="Pull-out quote text">
            <a:extLst xmlns:a="http://schemas.openxmlformats.org/drawingml/2006/main">
              <a:ext uri="{FF2B5EF4-FFF2-40B4-BE49-F238E27FC236}">
                <a16:creationId xmlns:a16="http://schemas.microsoft.com/office/drawing/2014/main" id="{A40155D9-57D6-423E-967D-589CAB195AE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8188452" y="3194495"/>
            <a:ext cx="4003548" cy="3663506"/>
          </a:xfrm>
          <a:custGeom xmlns:a="http://schemas.openxmlformats.org/drawingml/2006/main">
            <a:rect l="l" t="t" r="r" b="b"/>
            <a:pathLst>
              <a:path w="4003548" h="3663506">
                <a:moveTo>
                  <a:pt x="4003548" y="0"/>
                </a:moveTo>
                <a:lnTo>
                  <a:pt x="4003548" y="3663506"/>
                </a:lnTo>
                <a:lnTo>
                  <a:pt x="2355056" y="3663506"/>
                </a:lnTo>
                <a:lnTo>
                  <a:pt x="0" y="2298764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wrap="square" lIns="1512000" tIns="1944000" rIns="64800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650">
                <a:solidFill>
                  <a:schemeClr val="bg1"/>
                </a:solidFill>
              </a:defRPr>
            </a:lvl1pPr>
            <a:lvl2pPr>
              <a:buNone/>
              <a:defRPr sz="1650">
                <a:solidFill>
                  <a:schemeClr val="bg1"/>
                </a:solidFill>
              </a:defRPr>
            </a:lvl2pPr>
            <a:lvl3pPr>
              <a:buNone/>
              <a:defRPr sz="1650">
                <a:solidFill>
                  <a:schemeClr val="bg1"/>
                </a:solidFill>
              </a:defRPr>
            </a:lvl3pPr>
            <a:lvl4pPr marL="0" indent="0">
              <a:buNone/>
              <a:defRPr sz="1650">
                <a:solidFill>
                  <a:schemeClr val="bg1"/>
                </a:solidFill>
              </a:defRPr>
            </a:lvl4pPr>
            <a:lvl5pPr marL="0">
              <a:buNone/>
              <a:defRPr sz="1650">
                <a:solidFill>
                  <a:schemeClr val="bg1"/>
                </a:solidFill>
              </a:defRPr>
            </a:lvl5pPr>
            <a:lvl6pPr>
              <a:buNone/>
              <a:defRPr sz="1650">
                <a:solidFill>
                  <a:schemeClr val="bg1"/>
                </a:solidFill>
              </a:defRPr>
            </a:lvl6pPr>
            <a:lvl7pPr>
              <a:buNone/>
              <a:defRPr sz="1650">
                <a:solidFill>
                  <a:schemeClr val="bg1"/>
                </a:solidFill>
              </a:defRPr>
            </a:lvl7pPr>
            <a:lvl8pPr>
              <a:buNone/>
              <a:defRPr sz="1650">
                <a:solidFill>
                  <a:schemeClr val="bg1"/>
                </a:solidFill>
              </a:defRPr>
            </a:lvl8pPr>
            <a:lvl9pPr>
              <a:buNone/>
              <a:defRPr sz="1650">
                <a:solidFill>
                  <a:schemeClr val="bg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Pull quote here can go over up to three lines of text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8C4CEB6-A2C0-4B19-8A79-52EF0387C0B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A50931F4-44DE-47DF-A652-23A0EF2FD3C1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4FD20A21-8853-40DE-8CCF-8324DF3634D9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preserve="1" userDrawn="1">
  <p:cSld name="Title and Content 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A013D6-29FD-4C0F-8429-652C894AC79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278670"/>
            <a:ext cx="8496000" cy="468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990000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3" name="Header Graphic">
            <a:extLst xmlns:a="http://schemas.openxmlformats.org/drawingml/2006/main">
              <a:ext uri="{FF2B5EF4-FFF2-40B4-BE49-F238E27FC236}">
                <a16:creationId xmlns:a16="http://schemas.microsoft.com/office/drawing/2014/main" id="{8515E671-E538-4CCB-8E7C-A93467ED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" y="0"/>
            <a:ext cx="10177145" cy="901101"/>
          </a:xfrm>
          <a:custGeom xmlns:a="http://schemas.openxmlformats.org/drawingml/2006/main">
            <a:rect l="0" t="0" r="r" b="b"/>
            <a:pathLst>
              <a:path w="4275" h="376">
                <a:moveTo>
                  <a:pt x="4275" y="0"/>
                </a:moveTo>
                <a:cubicBezTo>
                  <a:pt x="4275" y="0"/>
                  <a:pt x="4275" y="0"/>
                  <a:pt x="4275" y="0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59" y="199"/>
                  <a:pt x="4098" y="360"/>
                  <a:pt x="3899" y="360"/>
                </a:cubicBezTo>
                <a:cubicBezTo>
                  <a:pt x="0" y="360"/>
                  <a:pt x="0" y="360"/>
                  <a:pt x="0" y="360"/>
                </a:cubicBezTo>
                <a:cubicBezTo>
                  <a:pt x="0" y="376"/>
                  <a:pt x="0" y="376"/>
                  <a:pt x="0" y="376"/>
                </a:cubicBezTo>
                <a:cubicBezTo>
                  <a:pt x="3899" y="376"/>
                  <a:pt x="3899" y="376"/>
                  <a:pt x="3899" y="376"/>
                </a:cubicBezTo>
                <a:cubicBezTo>
                  <a:pt x="4106" y="376"/>
                  <a:pt x="4275" y="207"/>
                  <a:pt x="427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90E8455-9DDE-4AD6-941E-5C300E8AB7BB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10978BE7-DA8D-40A5-B831-ADB83E799186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078B68F8-DD48-42D0-9D57-E9D277EAA005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preserve="1" userDrawn="1">
  <p:cSld name="Content and Image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2DA381-0633-4DB0-A571-6F823A211C7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878400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7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8026A595-6018-4A69-B9E1-3E9FDB7E0E62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134600" y="3152775"/>
            <a:ext cx="2059496" cy="3705797"/>
          </a:xfrm>
          <a:custGeom xmlns:a="http://schemas.openxmlformats.org/drawingml/2006/main">
            <a:rect l="l" t="t" r="r" b="b"/>
            <a:pathLst>
              <a:path w="2059496" h="3705797">
                <a:moveTo>
                  <a:pt x="1201198" y="0"/>
                </a:moveTo>
                <a:cubicBezTo>
                  <a:pt x="1537621" y="0"/>
                  <a:pt x="1841564" y="138494"/>
                  <a:pt x="2059496" y="361379"/>
                </a:cubicBezTo>
                <a:lnTo>
                  <a:pt x="2059496" y="3705797"/>
                </a:lnTo>
                <a:lnTo>
                  <a:pt x="0" y="3705797"/>
                </a:lnTo>
                <a:lnTo>
                  <a:pt x="0" y="1200722"/>
                </a:lnTo>
                <a:cubicBezTo>
                  <a:pt x="0" y="537401"/>
                  <a:pt x="537686" y="0"/>
                  <a:pt x="120119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lIns="144000" tIns="144000" anchor="ctr">
            <a:noAutofit/>
          </a:bodyPr>
          <a:lstStyle xmlns:a="http://schemas.openxmlformats.org/drawingml/2006/main">
            <a:lvl1pPr algn="ctr"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0374F3-9BED-4496-A103-1DED0134EF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91889E45-474A-4367-995B-44A586E8FAA9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86865381-E7D2-4773-BE6E-22315520058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6.xml><?xml version="1.0" encoding="utf-8"?>
<p:sldLayout xmlns:p="http://schemas.openxmlformats.org/presentationml/2006/main" preserve="1" userDrawn="1">
  <p:cSld name="Content and Imag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879FE6-2EFD-4920-8C6B-4444B6A615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878400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964466B3-429C-4DB3-8708-96B99F2426B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8188452" y="3194495"/>
            <a:ext cx="4003548" cy="3663506"/>
          </a:xfrm>
          <a:custGeom xmlns:a="http://schemas.openxmlformats.org/drawingml/2006/main">
            <a:rect l="l" t="t" r="r" b="b"/>
            <a:pathLst>
              <a:path w="4003548" h="3663506">
                <a:moveTo>
                  <a:pt x="4003548" y="0"/>
                </a:moveTo>
                <a:lnTo>
                  <a:pt x="4003548" y="3663506"/>
                </a:lnTo>
                <a:lnTo>
                  <a:pt x="2355056" y="3663506"/>
                </a:lnTo>
                <a:lnTo>
                  <a:pt x="0" y="22987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lIns="144000" tIns="144000" anchor="ctr">
            <a:noAutofit/>
          </a:bodyPr>
          <a:lstStyle xmlns:a="http://schemas.openxmlformats.org/drawingml/2006/main">
            <a:lvl1pPr algn="r"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280DD66-81F6-47DF-8E1A-58C925112832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B351D502-DD4B-40CF-8223-A8B2D2B5553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F23995E2-8603-4453-ABE1-DC84EE85DC8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preserve="1" userDrawn="1">
  <p:cSld name="Content and Image 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9EE5DF-B88E-40C2-9D14-A6A0FA3A40D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85350"/>
            <a:ext cx="9900000" cy="468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990000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4" name="Picture Placeholder">
            <a:extLst xmlns:a="http://schemas.openxmlformats.org/drawingml/2006/main">
              <a:ext uri="{FF2B5EF4-FFF2-40B4-BE49-F238E27FC236}">
                <a16:creationId xmlns:a16="http://schemas.microsoft.com/office/drawing/2014/main" id="{381A31CB-E12D-4693-B07C-5C938482A95D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8174546" y="5294662"/>
            <a:ext cx="4019550" cy="1563910"/>
          </a:xfrm>
          <a:custGeom xmlns:a="http://schemas.openxmlformats.org/drawingml/2006/main">
            <a:rect l="l" t="t" r="r" b="b"/>
            <a:pathLst>
              <a:path w="4019550" h="1563910">
                <a:moveTo>
                  <a:pt x="1095756" y="0"/>
                </a:moveTo>
                <a:lnTo>
                  <a:pt x="4017455" y="0"/>
                </a:lnTo>
                <a:lnTo>
                  <a:pt x="4017455" y="710206"/>
                </a:lnTo>
                <a:lnTo>
                  <a:pt x="4019550" y="710656"/>
                </a:lnTo>
                <a:lnTo>
                  <a:pt x="4019550" y="1563910"/>
                </a:lnTo>
                <a:lnTo>
                  <a:pt x="1960054" y="1563910"/>
                </a:lnTo>
                <a:lnTo>
                  <a:pt x="1960054" y="1563338"/>
                </a:lnTo>
                <a:lnTo>
                  <a:pt x="104394" y="1563338"/>
                </a:lnTo>
                <a:cubicBezTo>
                  <a:pt x="37529" y="1421511"/>
                  <a:pt x="0" y="1263015"/>
                  <a:pt x="0" y="1095756"/>
                </a:cubicBezTo>
                <a:cubicBezTo>
                  <a:pt x="0" y="490442"/>
                  <a:pt x="491109" y="0"/>
                  <a:pt x="10957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wrap="square" lIns="144000" tIns="144000" anchor="ctr">
            <a:noAutofit/>
          </a:bodyPr>
          <a:lstStyle xmlns:a="http://schemas.openxmlformats.org/drawingml/2006/main">
            <a:lvl1pPr algn="r"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1400"/>
              <a:t>Click Icon to Add Image</a:t>
            </a:r>
          </a:p>
        </p:txBody>
      </p:sp>
      <p:pic>
        <p:nvPicPr>
          <p:cNvPr id="15" name="Header Graphi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d5dfcce6f46c1">
            <a:extLst>
              <a:ext uri="{96DAC541-7B7A-43D3-8B79-37D633B846F1}">
                <asvg:svgBlip xmlns:asvg="http://schemas.microsoft.com/office/drawing/2016/SVG/main" r:embed="Rd8a6760f801a4f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59" y="396502"/>
            <a:ext cx="352425" cy="400050"/>
          </a:xfrm>
          <a:prstGeom xmlns:a="http://schemas.openxmlformats.org/drawingml/2006/main" prst="rect">
            <a:avLst/>
          </a:prstGeom>
        </p:spPr>
      </p:pic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E2CE6AB-1ABD-454E-B55F-E629068A14A0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17" name="Date">
            <a:extLst xmlns:a="http://schemas.openxmlformats.org/drawingml/2006/main">
              <a:ext uri="{FF2B5EF4-FFF2-40B4-BE49-F238E27FC236}">
                <a16:creationId xmlns:a16="http://schemas.microsoft.com/office/drawing/2014/main" id="{1D2E4564-995C-42F8-8BD4-7367B5DB0513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88DA4857-4DCB-4E65-A0B1-D7E6FC9C05E4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preserve="1" userDrawn="1">
  <p:cSld name="Content and Table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3D8087-4A13-454F-A772-BF400C5BD80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 1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77965" y="1582600"/>
            <a:ext cx="3636000" cy="435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</p:spPr>
        <p:txBody>
          <a:bodyPr xmlns:a="http://schemas.openxmlformats.org/drawingml/2006/main" lIns="216000" tIns="252000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>
              <a:buNone/>
              <a:defRPr sz="1200"/>
            </a:lvl2pPr>
            <a:lvl3pPr>
              <a:spcBef>
                <a:spcPts val="600"/>
              </a:spcBef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7" name="Body copy text 2">
            <a:extLst xmlns:a="http://schemas.openxmlformats.org/drawingml/2006/main">
              <a:ext uri="{FF2B5EF4-FFF2-40B4-BE49-F238E27FC236}">
                <a16:creationId xmlns:a16="http://schemas.microsoft.com/office/drawing/2014/main" id="{7A8B5648-049A-4275-B63C-8DE5F8AE7099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4992515" y="1582599"/>
            <a:ext cx="2936639" cy="435599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/>
            </a:lvl1pPr>
            <a:lvl3pPr>
              <a:spcBef>
                <a:spcPts val="600"/>
              </a:spcBef>
              <a:buNone/>
              <a:defRPr/>
            </a:lvl3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CE954CA-5F34-41AF-8C0A-75249D76E797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AD2E3E0D-44F7-47A6-9599-51FC98AA749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4E8A1DF4-45A8-4486-8ACA-700AF2812ABE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preserve="1" userDrawn="1">
  <p:cSld name="Content and Table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028636-A06A-4B94-86CF-436C3DB010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7" name="Table Placeholder">
            <a:extLst xmlns:a="http://schemas.openxmlformats.org/drawingml/2006/main">
              <a:ext uri="{FF2B5EF4-FFF2-40B4-BE49-F238E27FC236}">
                <a16:creationId xmlns:a16="http://schemas.microsoft.com/office/drawing/2014/main" id="{186C0C8E-6E89-41BD-BF85-EA7502310463}"/>
              </a:ext>
            </a:extLst>
          </p:cNvPr>
          <p:cNvSpPr>
            <a:spLocks xmlns:a="http://schemas.openxmlformats.org/drawingml/2006/main" noGrp="1"/>
          </p:cNvSpPr>
          <p:nvPr>
            <p:ph type="tbl" idx="16"/>
          </p:nvPr>
        </p:nvSpPr>
        <p:spPr>
          <a:xfrm xmlns:a="http://schemas.openxmlformats.org/drawingml/2006/main">
            <a:off x="801766" y="1617663"/>
            <a:ext cx="5832000" cy="3816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/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A537430-6C10-4C2A-9E36-A76ADBC95041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0B131A70-E30F-45DB-A526-B035C08F4646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FF76CC07-9746-4B8A-B96D-B272F3F6E8DB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preserve="1" userDrawn="1">
  <p:cSld name="Title and Content with Background 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62EEFC-6A97-470A-8C1E-B4F6FAF1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Graphic">
            <a:extLst xmlns:a="http://schemas.openxmlformats.org/drawingml/2006/main">
              <a:ext uri="{FF2B5EF4-FFF2-40B4-BE49-F238E27FC236}">
                <a16:creationId xmlns:a16="http://schemas.microsoft.com/office/drawing/2014/main" id="{6551DA18-E036-4C63-B29C-5ABCD4B4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1590"/>
            <a:ext cx="8415146" cy="5034820"/>
          </a:xfrm>
          <a:custGeom xmlns:a="http://schemas.openxmlformats.org/drawingml/2006/main">
            <a:rect l="l" t="t" r="r" b="b"/>
            <a:pathLst>
              <a:path w="8415146" h="5034820">
                <a:moveTo>
                  <a:pt x="0" y="5034820"/>
                </a:moveTo>
                <a:lnTo>
                  <a:pt x="5898261" y="5034820"/>
                </a:lnTo>
                <a:cubicBezTo>
                  <a:pt x="7287101" y="5034820"/>
                  <a:pt x="8415147" y="3908393"/>
                  <a:pt x="8415147" y="2517934"/>
                </a:cubicBezTo>
                <a:cubicBezTo>
                  <a:pt x="8415242" y="1127093"/>
                  <a:pt x="7288816" y="0"/>
                  <a:pt x="5898261" y="0"/>
                </a:cubicBezTo>
                <a:lnTo>
                  <a:pt x="0" y="0"/>
                </a:lnTo>
                <a:lnTo>
                  <a:pt x="0" y="503482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8EBEBA-C318-48DA-8444-45DC928F827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1473196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4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7CEB7F94-BC87-4343-A596-E86EF3A223CB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4" y="2662888"/>
            <a:ext cx="5507999" cy="26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90000" tIns="90000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 sz="12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None/>
              <a:defRPr sz="1200">
                <a:solidFill>
                  <a:schemeClr val="bg1"/>
                </a:solidFill>
              </a:defRPr>
            </a:lvl3pPr>
            <a:lvl4pPr>
              <a:buNone/>
              <a:defRPr sz="1200">
                <a:solidFill>
                  <a:schemeClr val="bg1"/>
                </a:solidFill>
              </a:defRPr>
            </a:lvl4pPr>
            <a:lvl5pPr>
              <a:buNone/>
              <a:defRPr sz="12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pic>
        <p:nvPicPr>
          <p:cNvPr id="19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32e93156b41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10240" y="345808"/>
            <a:ext cx="1038747" cy="1037217"/>
          </a:xfrm>
          <a:prstGeom xmlns:a="http://schemas.openxmlformats.org/drawingml/2006/main" prst="rect">
            <a:avLst/>
          </a:prstGeom>
        </p:spPr>
      </p:pic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68B1544-0DFA-459D-8ABC-F4811138FABA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971B77DE-A496-4B93-B64F-ED5DC4A08ACE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C6096C4C-B29C-42A4-AD6C-2A14A7616E8E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preserve="1" userDrawn="1">
  <p:cSld name="Title and Content with Background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62EEFC-6A97-470A-8C1E-B4F6FAF1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246A8A-C357-4E16-AEB2-BB639C41D0C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02661" y="1473196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1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F3791DE4-1437-4699-A928-975D1055FA5F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1402662" y="2664820"/>
            <a:ext cx="5508000" cy="25920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Graphic">
            <a:extLst xmlns:a="http://schemas.openxmlformats.org/drawingml/2006/main">
              <a:ext uri="{FF2B5EF4-FFF2-40B4-BE49-F238E27FC236}">
                <a16:creationId xmlns:a16="http://schemas.microsoft.com/office/drawing/2014/main" id="{E5E545D0-CCCB-49AF-95FD-78F4DA9A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11" y="828810"/>
            <a:ext cx="7587424" cy="5091970"/>
          </a:xfrm>
          <a:custGeom xmlns:a="http://schemas.openxmlformats.org/drawingml/2006/main">
            <a:rect l="l" t="t" r="r" b="b"/>
            <a:pathLst>
              <a:path w="7587424" h="5091970">
                <a:moveTo>
                  <a:pt x="5041869" y="5091970"/>
                </a:moveTo>
                <a:lnTo>
                  <a:pt x="0" y="5091970"/>
                </a:lnTo>
                <a:lnTo>
                  <a:pt x="0" y="0"/>
                </a:lnTo>
                <a:lnTo>
                  <a:pt x="5041869" y="0"/>
                </a:lnTo>
                <a:cubicBezTo>
                  <a:pt x="5721953" y="0"/>
                  <a:pt x="6361271" y="264890"/>
                  <a:pt x="6841998" y="745808"/>
                </a:cubicBezTo>
                <a:cubicBezTo>
                  <a:pt x="7322630" y="1226725"/>
                  <a:pt x="7587425" y="1866233"/>
                  <a:pt x="7587425" y="2546509"/>
                </a:cubicBezTo>
                <a:cubicBezTo>
                  <a:pt x="7587425" y="3226403"/>
                  <a:pt x="7322439" y="3865721"/>
                  <a:pt x="6841427" y="4346543"/>
                </a:cubicBezTo>
                <a:cubicBezTo>
                  <a:pt x="6360414" y="4827270"/>
                  <a:pt x="5721382" y="5091970"/>
                  <a:pt x="5041869" y="5091970"/>
                </a:cubicBezTo>
                <a:close/>
                <a:moveTo>
                  <a:pt x="57150" y="5034820"/>
                </a:moveTo>
                <a:lnTo>
                  <a:pt x="5041869" y="5034820"/>
                </a:lnTo>
                <a:cubicBezTo>
                  <a:pt x="6413945" y="5034820"/>
                  <a:pt x="7530180" y="3918585"/>
                  <a:pt x="7530180" y="2546509"/>
                </a:cubicBezTo>
                <a:cubicBezTo>
                  <a:pt x="7530275" y="1173861"/>
                  <a:pt x="6413945" y="57150"/>
                  <a:pt x="5041869" y="57150"/>
                </a:cubicBezTo>
                <a:lnTo>
                  <a:pt x="57150" y="57150"/>
                </a:lnTo>
                <a:lnTo>
                  <a:pt x="57150" y="50348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9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9a318a938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10240" y="345808"/>
            <a:ext cx="1038747" cy="1037217"/>
          </a:xfrm>
          <a:prstGeom xmlns:a="http://schemas.openxmlformats.org/drawingml/2006/main" prst="rect">
            <a:avLst/>
          </a:prstGeom>
        </p:spPr>
      </p:pic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7EA43FF-D04F-4A6E-9F96-422B82399310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6CDDB718-A996-4A98-8739-BEFFB22474D3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1F08ED1B-906B-4B47-B5E0-ED1012EB0674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</p:spTree>
  </p:cSld>
</p:sldLayout>
</file>

<file path=ppt/slideLayouts/slideLayout52.xml><?xml version="1.0" encoding="utf-8"?>
<p:sldLayout xmlns:p="http://schemas.openxmlformats.org/presentationml/2006/main" preserve="1" userDrawn="1">
  <p:cSld name="Title and Content with Background C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ckground">
            <a:extLst xmlns:a="http://schemas.openxmlformats.org/drawingml/2006/main">
              <a:ext uri="{FF2B5EF4-FFF2-40B4-BE49-F238E27FC236}">
                <a16:creationId xmlns:a16="http://schemas.microsoft.com/office/drawing/2014/main" id="{0CFD4351-9C64-4705-A41F-E710159B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284CCF-CD7C-4EE0-B496-4D26A12618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278670"/>
            <a:ext cx="8496000" cy="468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247320"/>
            <a:ext cx="9900000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3" name="Header Graphic">
            <a:extLst xmlns:a="http://schemas.openxmlformats.org/drawingml/2006/main">
              <a:ext uri="{FF2B5EF4-FFF2-40B4-BE49-F238E27FC236}">
                <a16:creationId xmlns:a16="http://schemas.microsoft.com/office/drawing/2014/main" id="{8515E671-E538-4CCB-8E7C-A93467ED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" y="0"/>
            <a:ext cx="10177145" cy="901101"/>
          </a:xfrm>
          <a:custGeom xmlns:a="http://schemas.openxmlformats.org/drawingml/2006/main">
            <a:rect l="0" t="0" r="r" b="b"/>
            <a:pathLst>
              <a:path w="4275" h="376">
                <a:moveTo>
                  <a:pt x="4275" y="0"/>
                </a:moveTo>
                <a:cubicBezTo>
                  <a:pt x="4275" y="0"/>
                  <a:pt x="4275" y="0"/>
                  <a:pt x="4275" y="0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59" y="0"/>
                  <a:pt x="4259" y="0"/>
                  <a:pt x="4259" y="0"/>
                </a:cubicBezTo>
                <a:cubicBezTo>
                  <a:pt x="4259" y="199"/>
                  <a:pt x="4098" y="360"/>
                  <a:pt x="3899" y="360"/>
                </a:cubicBezTo>
                <a:cubicBezTo>
                  <a:pt x="0" y="360"/>
                  <a:pt x="0" y="360"/>
                  <a:pt x="0" y="360"/>
                </a:cubicBezTo>
                <a:cubicBezTo>
                  <a:pt x="0" y="376"/>
                  <a:pt x="0" y="376"/>
                  <a:pt x="0" y="376"/>
                </a:cubicBezTo>
                <a:cubicBezTo>
                  <a:pt x="3899" y="376"/>
                  <a:pt x="3899" y="376"/>
                  <a:pt x="3899" y="376"/>
                </a:cubicBezTo>
                <a:cubicBezTo>
                  <a:pt x="4106" y="376"/>
                  <a:pt x="4275" y="207"/>
                  <a:pt x="427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C0F968D-EDD8-4F6B-84B9-82CCA88FAEA7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BE3CC924-D035-438F-8001-2843F4CBDD5A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EA94DFF9-D916-402B-9E90-5C63C3CFC8B9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  <p:pic>
        <p:nvPicPr>
          <p:cNvPr id="17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840d051664a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38955" y="205550"/>
            <a:ext cx="651961" cy="651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3.xml><?xml version="1.0" encoding="utf-8"?>
<p:sldLayout xmlns:p="http://schemas.openxmlformats.org/presentationml/2006/main" preserve="1" userDrawn="1">
  <p:cSld name="Title and Content with Background 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ckground">
            <a:extLst xmlns:a="http://schemas.openxmlformats.org/drawingml/2006/main">
              <a:ext uri="{FF2B5EF4-FFF2-40B4-BE49-F238E27FC236}">
                <a16:creationId xmlns:a16="http://schemas.microsoft.com/office/drawing/2014/main" id="{19E9C816-6474-471F-AE0E-BE2E2A47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6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15DA4D-7CAF-43C9-A15F-B1F183C5763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1765" y="349790"/>
            <a:ext cx="5508000" cy="9360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26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add title</a:t>
            </a:r>
          </a:p>
        </p:txBody>
      </p:sp>
      <p:sp>
        <p:nvSpPr>
          <p:cNvPr id="6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BA9360C9-D6E6-46AC-8EF9-EEF25F267E14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1765" y="1521640"/>
            <a:ext cx="9887644" cy="397466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3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91CA120-A3CC-4D51-908E-B32825A79F95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3" name="Date">
            <a:extLst xmlns:a="http://schemas.openxmlformats.org/drawingml/2006/main">
              <a:ext uri="{FF2B5EF4-FFF2-40B4-BE49-F238E27FC236}">
                <a16:creationId xmlns:a16="http://schemas.microsoft.com/office/drawing/2014/main" id="{F42FB864-99B6-4CFC-8C0E-16AC413A621A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E4B97F27-BBD0-4892-9F01-48CF1B733F20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Deakin University CRICOS Provider Code: 00113B</a:t>
            </a:r>
          </a:p>
        </p:txBody>
      </p:sp>
      <p:pic>
        <p:nvPicPr>
          <p:cNvPr id="16" name="Deakin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cfddd983c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38955" y="205550"/>
            <a:ext cx="651961" cy="6510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98879412b4761" /><Relationship Type="http://schemas.openxmlformats.org/officeDocument/2006/relationships/slideLayout" Target="/ppt/slideLayouts/slideLayout1.xml" Id="R8dc085726c8d4868" /><Relationship Type="http://schemas.openxmlformats.org/officeDocument/2006/relationships/slideLayout" Target="/ppt/slideLayouts/slideLayout2.xml" Id="Rc588f1fc3bfc4003" /><Relationship Type="http://schemas.openxmlformats.org/officeDocument/2006/relationships/slideLayout" Target="/ppt/slideLayouts/slideLayout3.xml" Id="Rf53c831607854e36" /><Relationship Type="http://schemas.openxmlformats.org/officeDocument/2006/relationships/slideLayout" Target="/ppt/slideLayouts/slideLayout4.xml" Id="R26c7467a1d844bf7" /><Relationship Type="http://schemas.openxmlformats.org/officeDocument/2006/relationships/slideLayout" Target="/ppt/slideLayouts/slideLayout5.xml" Id="R385b823e96ad43e2" /><Relationship Type="http://schemas.openxmlformats.org/officeDocument/2006/relationships/slideLayout" Target="/ppt/slideLayouts/slideLayout6.xml" Id="R89af32d555c743d7" /><Relationship Type="http://schemas.openxmlformats.org/officeDocument/2006/relationships/slideLayout" Target="/ppt/slideLayouts/slideLayout7.xml" Id="R2aa47d7cae694693" /><Relationship Type="http://schemas.openxmlformats.org/officeDocument/2006/relationships/slideLayout" Target="/ppt/slideLayouts/slideLayout8.xml" Id="Rfc3ebfee69184612" /><Relationship Type="http://schemas.openxmlformats.org/officeDocument/2006/relationships/slideLayout" Target="/ppt/slideLayouts/slideLayout9.xml" Id="R6755925b925b4f0c" /><Relationship Type="http://schemas.openxmlformats.org/officeDocument/2006/relationships/slideLayout" Target="/ppt/slideLayouts/slideLayout10.xml" Id="Rd8e7c11251514a44" /><Relationship Type="http://schemas.openxmlformats.org/officeDocument/2006/relationships/slideLayout" Target="/ppt/slideLayouts/slideLayout11.xml" Id="Ra9094dd7c1c946bd" /><Relationship Type="http://schemas.openxmlformats.org/officeDocument/2006/relationships/slideLayout" Target="/ppt/slideLayouts/slideLayout12.xml" Id="Rb748680c1bc04ddf" /><Relationship Type="http://schemas.openxmlformats.org/officeDocument/2006/relationships/slideLayout" Target="/ppt/slideLayouts/slideLayout13.xml" Id="Rf64cedde1f534a30" /><Relationship Type="http://schemas.openxmlformats.org/officeDocument/2006/relationships/slideLayout" Target="/ppt/slideLayouts/slideLayout14.xml" Id="Rbd20fb87ad7141a4" /><Relationship Type="http://schemas.openxmlformats.org/officeDocument/2006/relationships/slideLayout" Target="/ppt/slideLayouts/slideLayout15.xml" Id="Rd934d6032b4c4898" /><Relationship Type="http://schemas.openxmlformats.org/officeDocument/2006/relationships/slideLayout" Target="/ppt/slideLayouts/slideLayout16.xml" Id="R01016eed0ce34a20" /><Relationship Type="http://schemas.openxmlformats.org/officeDocument/2006/relationships/slideLayout" Target="/ppt/slideLayouts/slideLayout17.xml" Id="R17e4efc15ea645dc" /><Relationship Type="http://schemas.openxmlformats.org/officeDocument/2006/relationships/slideLayout" Target="/ppt/slideLayouts/slideLayout18.xml" Id="Rb580b1ebf28247b1" /><Relationship Type="http://schemas.openxmlformats.org/officeDocument/2006/relationships/slideLayout" Target="/ppt/slideLayouts/slideLayout19.xml" Id="R9b293dda5133428f" /><Relationship Type="http://schemas.openxmlformats.org/officeDocument/2006/relationships/slideLayout" Target="/ppt/slideLayouts/slideLayout20.xml" Id="Rc5816fae5bf44ac3" /><Relationship Type="http://schemas.openxmlformats.org/officeDocument/2006/relationships/slideLayout" Target="/ppt/slideLayouts/slideLayout21.xml" Id="R49d17313605e477a" /><Relationship Type="http://schemas.openxmlformats.org/officeDocument/2006/relationships/slideLayout" Target="/ppt/slideLayouts/slideLayout22.xml" Id="Rd17d0718508d46eb" /><Relationship Type="http://schemas.openxmlformats.org/officeDocument/2006/relationships/slideLayout" Target="/ppt/slideLayouts/slideLayout23.xml" Id="Rbf27342091f44907" /><Relationship Type="http://schemas.openxmlformats.org/officeDocument/2006/relationships/slideLayout" Target="/ppt/slideLayouts/slideLayout24.xml" Id="R9219e58388ad496f" /><Relationship Type="http://schemas.openxmlformats.org/officeDocument/2006/relationships/slideLayout" Target="/ppt/slideLayouts/slideLayout25.xml" Id="R05817932348f49b0" /><Relationship Type="http://schemas.openxmlformats.org/officeDocument/2006/relationships/slideLayout" Target="/ppt/slideLayouts/slideLayout26.xml" Id="R23397d29cdfa4c0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ac80b22fb0c4068" /><Relationship Type="http://schemas.openxmlformats.org/officeDocument/2006/relationships/slideLayout" Target="/ppt/slideLayouts/slideLayout27.xml" Id="R7cf5c1bb34c148cd" /><Relationship Type="http://schemas.openxmlformats.org/officeDocument/2006/relationships/slideLayout" Target="/ppt/slideLayouts/slideLayout28.xml" Id="R50513928d9354562" /><Relationship Type="http://schemas.openxmlformats.org/officeDocument/2006/relationships/slideLayout" Target="/ppt/slideLayouts/slideLayout29.xml" Id="R2d1db1a6314c4056" /><Relationship Type="http://schemas.openxmlformats.org/officeDocument/2006/relationships/slideLayout" Target="/ppt/slideLayouts/slideLayout30.xml" Id="R96a7f49d875d441b" /><Relationship Type="http://schemas.openxmlformats.org/officeDocument/2006/relationships/slideLayout" Target="/ppt/slideLayouts/slideLayout31.xml" Id="R8560f372296841b5" /><Relationship Type="http://schemas.openxmlformats.org/officeDocument/2006/relationships/slideLayout" Target="/ppt/slideLayouts/slideLayout32.xml" Id="R6681fdae7edc4720" /><Relationship Type="http://schemas.openxmlformats.org/officeDocument/2006/relationships/slideLayout" Target="/ppt/slideLayouts/slideLayout33.xml" Id="R151a2457168d4940" /><Relationship Type="http://schemas.openxmlformats.org/officeDocument/2006/relationships/slideLayout" Target="/ppt/slideLayouts/slideLayout34.xml" Id="Ra6c87e604c554ac1" /><Relationship Type="http://schemas.openxmlformats.org/officeDocument/2006/relationships/slideLayout" Target="/ppt/slideLayouts/slideLayout35.xml" Id="Raddef93f108b48b8" /><Relationship Type="http://schemas.openxmlformats.org/officeDocument/2006/relationships/slideLayout" Target="/ppt/slideLayouts/slideLayout36.xml" Id="Racf17eabfd104e0e" /><Relationship Type="http://schemas.openxmlformats.org/officeDocument/2006/relationships/slideLayout" Target="/ppt/slideLayouts/slideLayout37.xml" Id="Rbca4d31fad254571" /><Relationship Type="http://schemas.openxmlformats.org/officeDocument/2006/relationships/slideLayout" Target="/ppt/slideLayouts/slideLayout38.xml" Id="R5b529e1e399f4cb5" /><Relationship Type="http://schemas.openxmlformats.org/officeDocument/2006/relationships/slideLayout" Target="/ppt/slideLayouts/slideLayout39.xml" Id="R4653e215313e44f5" /><Relationship Type="http://schemas.openxmlformats.org/officeDocument/2006/relationships/slideLayout" Target="/ppt/slideLayouts/slideLayout40.xml" Id="R238bb883750343be" /><Relationship Type="http://schemas.openxmlformats.org/officeDocument/2006/relationships/slideLayout" Target="/ppt/slideLayouts/slideLayout41.xml" Id="R1ed9e3b11f9f4762" /><Relationship Type="http://schemas.openxmlformats.org/officeDocument/2006/relationships/slideLayout" Target="/ppt/slideLayouts/slideLayout42.xml" Id="R1ea50a456dec4f3e" /><Relationship Type="http://schemas.openxmlformats.org/officeDocument/2006/relationships/slideLayout" Target="/ppt/slideLayouts/slideLayout43.xml" Id="R4384690b86594403" /><Relationship Type="http://schemas.openxmlformats.org/officeDocument/2006/relationships/slideLayout" Target="/ppt/slideLayouts/slideLayout44.xml" Id="R1701ab3c44404a0c" /><Relationship Type="http://schemas.openxmlformats.org/officeDocument/2006/relationships/slideLayout" Target="/ppt/slideLayouts/slideLayout45.xml" Id="Rc3aaf6e9c9554506" /><Relationship Type="http://schemas.openxmlformats.org/officeDocument/2006/relationships/slideLayout" Target="/ppt/slideLayouts/slideLayout46.xml" Id="Rd1e04af9efb3448f" /><Relationship Type="http://schemas.openxmlformats.org/officeDocument/2006/relationships/slideLayout" Target="/ppt/slideLayouts/slideLayout47.xml" Id="R55b8db8c981f4dc7" /><Relationship Type="http://schemas.openxmlformats.org/officeDocument/2006/relationships/slideLayout" Target="/ppt/slideLayouts/slideLayout48.xml" Id="R9568f9b6a66e4b5a" /><Relationship Type="http://schemas.openxmlformats.org/officeDocument/2006/relationships/slideLayout" Target="/ppt/slideLayouts/slideLayout49.xml" Id="Rfc81e9eaa95f4ff8" /><Relationship Type="http://schemas.openxmlformats.org/officeDocument/2006/relationships/slideLayout" Target="/ppt/slideLayouts/slideLayout50.xml" Id="R1b250ba33844421d" /><Relationship Type="http://schemas.openxmlformats.org/officeDocument/2006/relationships/slideLayout" Target="/ppt/slideLayouts/slideLayout51.xml" Id="R739e6572dc214752" /><Relationship Type="http://schemas.openxmlformats.org/officeDocument/2006/relationships/slideLayout" Target="/ppt/slideLayouts/slideLayout52.xml" Id="Re0eb5d6ced9043a2" /><Relationship Type="http://schemas.openxmlformats.org/officeDocument/2006/relationships/slideLayout" Target="/ppt/slideLayouts/slideLayout53.xml" Id="Ra9e4306a478d44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2107BC-FEB5-486C-AA04-BAA8FDEC8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456" y="416689"/>
            <a:ext cx="8526856" cy="8134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F0DEF0C0-E586-4410-BCF1-DAEE456CA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1187" y="1759351"/>
            <a:ext cx="10193141" cy="3974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4" name="Header Graphic">
            <a:extLst xmlns:a="http://schemas.openxmlformats.org/drawingml/2006/main">
              <a:ext uri="{FF2B5EF4-FFF2-40B4-BE49-F238E27FC236}">
                <a16:creationId xmlns:a16="http://schemas.microsoft.com/office/drawing/2014/main" id="{C4ED600E-90B7-4D49-803F-18C3CB20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"/>
            <a:ext cx="8769311" cy="1230123"/>
          </a:xfrm>
          <a:custGeom xmlns:a="http://schemas.openxmlformats.org/drawingml/2006/main">
            <a:rect l="l" t="t" r="r" b="b"/>
            <a:pathLst>
              <a:path w="8769311" h="1230123">
                <a:moveTo>
                  <a:pt x="741970" y="1230123"/>
                </a:moveTo>
                <a:lnTo>
                  <a:pt x="1254832" y="1230123"/>
                </a:lnTo>
                <a:lnTo>
                  <a:pt x="1254832" y="1230122"/>
                </a:lnTo>
                <a:lnTo>
                  <a:pt x="8769275" y="1230122"/>
                </a:lnTo>
                <a:lnTo>
                  <a:pt x="8769311" y="1229400"/>
                </a:lnTo>
                <a:cubicBezTo>
                  <a:pt x="8769311" y="550384"/>
                  <a:pt x="8227985" y="0"/>
                  <a:pt x="7560373" y="0"/>
                </a:cubicBezTo>
                <a:lnTo>
                  <a:pt x="3733364" y="0"/>
                </a:lnTo>
                <a:lnTo>
                  <a:pt x="2463698" y="0"/>
                </a:lnTo>
                <a:lnTo>
                  <a:pt x="0" y="0"/>
                </a:lnTo>
                <a:lnTo>
                  <a:pt x="0" y="1230122"/>
                </a:lnTo>
                <a:lnTo>
                  <a:pt x="741970" y="1230122"/>
                </a:lnTo>
                <a:lnTo>
                  <a:pt x="741970" y="1230123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303E304-4494-440D-A41C-E2640E43D3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42456" y="6287423"/>
            <a:ext cx="576000" cy="247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F221C1D5-2CDD-4631-AD06-7AFA31C4553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47552" y="6330733"/>
            <a:ext cx="1656000" cy="204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5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13D180E2-749A-4C76-8A73-C73865F5F0B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42456" y="6545788"/>
            <a:ext cx="6624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36000" rIns="0" bIns="36000"/>
          <a:lstStyle xmlns:a="http://schemas.openxmlformats.org/drawingml/2006/main">
            <a:lvl1pPr algn="l">
              <a:buNone/>
              <a:defRPr sz="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Deakin University </a:t>
            </a:r>
            <a:r>
              <a:t>CRICOS</a:t>
            </a:r>
            <a:r>
              <a:t> Provider Code: </a:t>
            </a:r>
            <a:r>
              <a:t>00113B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c085726c8d4868"/>
    <p:sldLayoutId xmlns:r="http://schemas.openxmlformats.org/officeDocument/2006/relationships" id="2147483650" r:id="Rc588f1fc3bfc4003"/>
    <p:sldLayoutId xmlns:r="http://schemas.openxmlformats.org/officeDocument/2006/relationships" id="2147483651" r:id="Rf53c831607854e36"/>
    <p:sldLayoutId xmlns:r="http://schemas.openxmlformats.org/officeDocument/2006/relationships" id="2147483652" r:id="R26c7467a1d844bf7"/>
    <p:sldLayoutId xmlns:r="http://schemas.openxmlformats.org/officeDocument/2006/relationships" id="2147483653" r:id="R385b823e96ad43e2"/>
    <p:sldLayoutId xmlns:r="http://schemas.openxmlformats.org/officeDocument/2006/relationships" id="2147483654" r:id="R89af32d555c743d7"/>
    <p:sldLayoutId xmlns:r="http://schemas.openxmlformats.org/officeDocument/2006/relationships" id="2147483655" r:id="R2aa47d7cae694693"/>
    <p:sldLayoutId xmlns:r="http://schemas.openxmlformats.org/officeDocument/2006/relationships" id="2147483656" r:id="Rfc3ebfee69184612"/>
    <p:sldLayoutId xmlns:r="http://schemas.openxmlformats.org/officeDocument/2006/relationships" id="2147483657" r:id="R6755925b925b4f0c"/>
    <p:sldLayoutId xmlns:r="http://schemas.openxmlformats.org/officeDocument/2006/relationships" id="2147483658" r:id="Rd8e7c11251514a44"/>
    <p:sldLayoutId xmlns:r="http://schemas.openxmlformats.org/officeDocument/2006/relationships" id="2147483659" r:id="Ra9094dd7c1c946bd"/>
    <p:sldLayoutId xmlns:r="http://schemas.openxmlformats.org/officeDocument/2006/relationships" id="2147483660" r:id="Rb748680c1bc04ddf"/>
    <p:sldLayoutId xmlns:r="http://schemas.openxmlformats.org/officeDocument/2006/relationships" id="2147483661" r:id="Rf64cedde1f534a30"/>
    <p:sldLayoutId xmlns:r="http://schemas.openxmlformats.org/officeDocument/2006/relationships" id="2147483662" r:id="Rbd20fb87ad7141a4"/>
    <p:sldLayoutId xmlns:r="http://schemas.openxmlformats.org/officeDocument/2006/relationships" id="2147483663" r:id="Rd934d6032b4c4898"/>
    <p:sldLayoutId xmlns:r="http://schemas.openxmlformats.org/officeDocument/2006/relationships" id="2147483664" r:id="R01016eed0ce34a20"/>
    <p:sldLayoutId xmlns:r="http://schemas.openxmlformats.org/officeDocument/2006/relationships" id="2147483665" r:id="R17e4efc15ea645dc"/>
    <p:sldLayoutId xmlns:r="http://schemas.openxmlformats.org/officeDocument/2006/relationships" id="2147483666" r:id="Rb580b1ebf28247b1"/>
    <p:sldLayoutId xmlns:r="http://schemas.openxmlformats.org/officeDocument/2006/relationships" id="2147483667" r:id="R9b293dda5133428f"/>
    <p:sldLayoutId xmlns:r="http://schemas.openxmlformats.org/officeDocument/2006/relationships" id="2147483668" r:id="Rc5816fae5bf44ac3"/>
    <p:sldLayoutId xmlns:r="http://schemas.openxmlformats.org/officeDocument/2006/relationships" id="2147483669" r:id="R49d17313605e477a"/>
    <p:sldLayoutId xmlns:r="http://schemas.openxmlformats.org/officeDocument/2006/relationships" id="2147483670" r:id="Rd17d0718508d46eb"/>
    <p:sldLayoutId xmlns:r="http://schemas.openxmlformats.org/officeDocument/2006/relationships" id="2147483671" r:id="Rbf27342091f44907"/>
    <p:sldLayoutId xmlns:r="http://schemas.openxmlformats.org/officeDocument/2006/relationships" id="2147483672" r:id="R9219e58388ad496f"/>
    <p:sldLayoutId xmlns:r="http://schemas.openxmlformats.org/officeDocument/2006/relationships" id="2147483673" r:id="R05817932348f49b0"/>
    <p:sldLayoutId xmlns:r="http://schemas.openxmlformats.org/officeDocument/2006/relationships" id="2147483674" r:id="R23397d29cdfa4c00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400" b="1">
          <a:solidFill>
            <a:schemeClr val="bg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>
        <a:lnSpc>
          <a:spcPct val="90000"/>
        </a:lnSpc>
        <a:spcBef>
          <a:spcPts val="1000"/>
        </a:spcBef>
        <a:spcAft>
          <a:spcPts val="2400"/>
        </a:spcAft>
        <a:buNone/>
        <a:defRPr sz="37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indent="0" algn="l">
        <a:lnSpc>
          <a:spcPct val="100000"/>
        </a:lnSpc>
        <a:spcBef>
          <a:spcPts val="500"/>
        </a:spcBef>
        <a:spcAft>
          <a:spcPts val="0"/>
        </a:spcAft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80000" indent="-180000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60000" indent="-180000" algn="l">
        <a:lnSpc>
          <a:spcPct val="100000"/>
        </a:lnSpc>
        <a:spcBef>
          <a:spcPts val="500"/>
        </a:spcBef>
        <a:buChar char="–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000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B4CFEA-C939-4641-8B47-27FAFF5A4D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456" y="270165"/>
            <a:ext cx="8526856" cy="9599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t>Click to add title</a:t>
            </a:r>
          </a:p>
        </p:txBody>
      </p:sp>
      <p:sp>
        <p:nvSpPr>
          <p:cNvPr id="3" name="Body copy text">
            <a:extLst xmlns:a="http://schemas.openxmlformats.org/drawingml/2006/main">
              <a:ext uri="{FF2B5EF4-FFF2-40B4-BE49-F238E27FC236}">
                <a16:creationId xmlns:a16="http://schemas.microsoft.com/office/drawing/2014/main" id="{F02F8095-4CE3-4CDF-9CF0-A4817AAFC5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1187" y="1759351"/>
            <a:ext cx="10193141" cy="3974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  <a:p xmlns:a="http://schemas.openxmlformats.org/drawingml/2006/main">
            <a:pPr>
              <a:buNone/>
            </a:pPr>
            <a:r>
              <a:t>6</a:t>
            </a:r>
          </a:p>
          <a:p xmlns:a="http://schemas.openxmlformats.org/drawingml/2006/main">
            <a:pPr>
              <a:buNone/>
            </a:pPr>
            <a:r>
              <a:t>7</a:t>
            </a:r>
          </a:p>
          <a:p xmlns:a="http://schemas.openxmlformats.org/drawingml/2006/main">
            <a:pPr>
              <a:buNone/>
            </a:pPr>
            <a:r>
              <a:t>8</a:t>
            </a:r>
          </a:p>
          <a:p xmlns:a="http://schemas.openxmlformats.org/drawingml/2006/main">
            <a:pPr>
              <a:buNone/>
            </a:pPr>
            <a:r>
              <a:t>9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ACE52C0-4B08-45CF-BEAF-859F2F45B6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42456" y="6287423"/>
            <a:ext cx="576000" cy="247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F5AEA0E0-5CC6-4BD0-905C-A0021E419432}" type="slidenum">
              <a:t>‹#›</a:t>
            </a:fld>
          </a:p>
        </p:txBody>
      </p:sp>
      <p:sp>
        <p:nvSpPr>
          <p:cNvPr id="13" name="Date">
            <a:extLst xmlns:a="http://schemas.openxmlformats.org/drawingml/2006/main">
              <a:ext uri="{FF2B5EF4-FFF2-40B4-BE49-F238E27FC236}">
                <a16:creationId xmlns:a16="http://schemas.microsoft.com/office/drawing/2014/main" id="{9E98F004-A52C-4AA9-BDA8-6A4DA78BF9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47552" y="6330733"/>
            <a:ext cx="1656000" cy="204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5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Footer/CRICOS">
            <a:extLst xmlns:a="http://schemas.openxmlformats.org/drawingml/2006/main">
              <a:ext uri="{FF2B5EF4-FFF2-40B4-BE49-F238E27FC236}">
                <a16:creationId xmlns:a16="http://schemas.microsoft.com/office/drawing/2014/main" id="{03A50017-3B1D-4EEE-B5F1-4FDD65A99E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42456" y="6545788"/>
            <a:ext cx="6624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36000" rIns="0" bIns="36000"/>
          <a:lstStyle xmlns:a="http://schemas.openxmlformats.org/drawingml/2006/main">
            <a:lvl1pPr algn="l">
              <a:buNone/>
              <a:defRPr sz="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Deakin University </a:t>
            </a:r>
            <a:r>
              <a:t>CRICOS</a:t>
            </a:r>
            <a:r>
              <a:t> Provider Code: </a:t>
            </a:r>
            <a:r>
              <a:t>00113B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6" r:id="R7cf5c1bb34c148cd"/>
    <p:sldLayoutId xmlns:r="http://schemas.openxmlformats.org/officeDocument/2006/relationships" id="2147483677" r:id="R50513928d9354562"/>
    <p:sldLayoutId xmlns:r="http://schemas.openxmlformats.org/officeDocument/2006/relationships" id="2147483678" r:id="R2d1db1a6314c4056"/>
    <p:sldLayoutId xmlns:r="http://schemas.openxmlformats.org/officeDocument/2006/relationships" id="2147483679" r:id="R96a7f49d875d441b"/>
    <p:sldLayoutId xmlns:r="http://schemas.openxmlformats.org/officeDocument/2006/relationships" id="2147483680" r:id="R8560f372296841b5"/>
    <p:sldLayoutId xmlns:r="http://schemas.openxmlformats.org/officeDocument/2006/relationships" id="2147483681" r:id="R6681fdae7edc4720"/>
    <p:sldLayoutId xmlns:r="http://schemas.openxmlformats.org/officeDocument/2006/relationships" id="2147483682" r:id="R151a2457168d4940"/>
    <p:sldLayoutId xmlns:r="http://schemas.openxmlformats.org/officeDocument/2006/relationships" id="2147483683" r:id="Ra6c87e604c554ac1"/>
    <p:sldLayoutId xmlns:r="http://schemas.openxmlformats.org/officeDocument/2006/relationships" id="2147483684" r:id="Raddef93f108b48b8"/>
    <p:sldLayoutId xmlns:r="http://schemas.openxmlformats.org/officeDocument/2006/relationships" id="2147483685" r:id="Racf17eabfd104e0e"/>
    <p:sldLayoutId xmlns:r="http://schemas.openxmlformats.org/officeDocument/2006/relationships" id="2147483686" r:id="Rbca4d31fad254571"/>
    <p:sldLayoutId xmlns:r="http://schemas.openxmlformats.org/officeDocument/2006/relationships" id="2147483687" r:id="R5b529e1e399f4cb5"/>
    <p:sldLayoutId xmlns:r="http://schemas.openxmlformats.org/officeDocument/2006/relationships" id="2147483688" r:id="R4653e215313e44f5"/>
    <p:sldLayoutId xmlns:r="http://schemas.openxmlformats.org/officeDocument/2006/relationships" id="2147483689" r:id="R238bb883750343be"/>
    <p:sldLayoutId xmlns:r="http://schemas.openxmlformats.org/officeDocument/2006/relationships" id="2147483690" r:id="R1ed9e3b11f9f4762"/>
    <p:sldLayoutId xmlns:r="http://schemas.openxmlformats.org/officeDocument/2006/relationships" id="2147483691" r:id="R1ea50a456dec4f3e"/>
    <p:sldLayoutId xmlns:r="http://schemas.openxmlformats.org/officeDocument/2006/relationships" id="2147483692" r:id="R4384690b86594403"/>
    <p:sldLayoutId xmlns:r="http://schemas.openxmlformats.org/officeDocument/2006/relationships" id="2147483693" r:id="R1701ab3c44404a0c"/>
    <p:sldLayoutId xmlns:r="http://schemas.openxmlformats.org/officeDocument/2006/relationships" id="2147483694" r:id="Rc3aaf6e9c9554506"/>
    <p:sldLayoutId xmlns:r="http://schemas.openxmlformats.org/officeDocument/2006/relationships" id="2147483695" r:id="Rd1e04af9efb3448f"/>
    <p:sldLayoutId xmlns:r="http://schemas.openxmlformats.org/officeDocument/2006/relationships" id="2147483696" r:id="R55b8db8c981f4dc7"/>
    <p:sldLayoutId xmlns:r="http://schemas.openxmlformats.org/officeDocument/2006/relationships" id="2147483697" r:id="R9568f9b6a66e4b5a"/>
    <p:sldLayoutId xmlns:r="http://schemas.openxmlformats.org/officeDocument/2006/relationships" id="2147483698" r:id="Rfc81e9eaa95f4ff8"/>
    <p:sldLayoutId xmlns:r="http://schemas.openxmlformats.org/officeDocument/2006/relationships" id="2147483699" r:id="R1b250ba33844421d"/>
    <p:sldLayoutId xmlns:r="http://schemas.openxmlformats.org/officeDocument/2006/relationships" id="2147483700" r:id="R739e6572dc214752"/>
    <p:sldLayoutId xmlns:r="http://schemas.openxmlformats.org/officeDocument/2006/relationships" id="2147483701" r:id="Re0eb5d6ced9043a2"/>
    <p:sldLayoutId xmlns:r="http://schemas.openxmlformats.org/officeDocument/2006/relationships" id="2147483702" r:id="Ra9e4306a478d4418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400" b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>
        <a:lnSpc>
          <a:spcPct val="90000"/>
        </a:lnSpc>
        <a:spcBef>
          <a:spcPts val="1000"/>
        </a:spcBef>
        <a:spcAft>
          <a:spcPts val="2400"/>
        </a:spcAft>
        <a:buNone/>
        <a:defRPr sz="37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indent="0" algn="l">
        <a:lnSpc>
          <a:spcPct val="100000"/>
        </a:lnSpc>
        <a:spcBef>
          <a:spcPts val="500"/>
        </a:spcBef>
        <a:spcAft>
          <a:spcPts val="0"/>
        </a:spcAft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80000" indent="-180000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60000" indent="-180000" algn="l">
        <a:lnSpc>
          <a:spcPct val="100000"/>
        </a:lnSpc>
        <a:spcBef>
          <a:spcPts val="500"/>
        </a:spcBef>
        <a:buChar char="–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000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>
        <a:lnSpc>
          <a:spcPct val="100000"/>
        </a:lnSpc>
        <a:spcBef>
          <a:spcPts val="500"/>
        </a:spcBef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akin Theme">
  <a:themeElements>
    <a:clrScheme name="Deakin - Teal">
      <a:dk1>
        <a:sysClr val="windowText" lastClr="000000"/>
      </a:dk1>
      <a:lt1>
        <a:sysClr val="window" lastClr="FFFFFF"/>
      </a:lt1>
      <a:dk2>
        <a:srgbClr val="58BCAF"/>
      </a:dk2>
      <a:lt2>
        <a:srgbClr val="FFFFFF"/>
      </a:lt2>
      <a:accent1>
        <a:srgbClr val="007D98"/>
      </a:accent1>
      <a:accent2>
        <a:srgbClr val="FFD923"/>
      </a:accent2>
      <a:accent3>
        <a:srgbClr val="FF9300"/>
      </a:accent3>
      <a:accent4>
        <a:srgbClr val="58BCAF"/>
      </a:accent4>
      <a:accent5>
        <a:srgbClr val="C74298"/>
      </a:accent5>
      <a:accent6>
        <a:srgbClr val="E1E1E1"/>
      </a:accent6>
      <a:hlink>
        <a:srgbClr val="000000"/>
      </a:hlink>
      <a:folHlink>
        <a:srgbClr val="00000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eakin -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Deakin - New Slides">
  <a:themeElements>
    <a:clrScheme name="Deakin - Teal">
      <a:dk1>
        <a:sysClr val="windowText" lastClr="000000"/>
      </a:dk1>
      <a:lt1>
        <a:sysClr val="window" lastClr="FFFFFF"/>
      </a:lt1>
      <a:dk2>
        <a:srgbClr val="58BCAF"/>
      </a:dk2>
      <a:lt2>
        <a:srgbClr val="FFFFFF"/>
      </a:lt2>
      <a:accent1>
        <a:srgbClr val="007D98"/>
      </a:accent1>
      <a:accent2>
        <a:srgbClr val="FFD923"/>
      </a:accent2>
      <a:accent3>
        <a:srgbClr val="FF9300"/>
      </a:accent3>
      <a:accent4>
        <a:srgbClr val="58BCAF"/>
      </a:accent4>
      <a:accent5>
        <a:srgbClr val="C74298"/>
      </a:accent5>
      <a:accent6>
        <a:srgbClr val="E1E1E1"/>
      </a:accent6>
      <a:hlink>
        <a:srgbClr val="000000"/>
      </a:hlink>
      <a:folHlink>
        <a:srgbClr val="00000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eakin -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4a0d9caaa42a1" /><Relationship Type="http://schemas.openxmlformats.org/officeDocument/2006/relationships/notesSlide" Target="/ppt/notesSlides/notesSlide1.xml" Id="Rad2715b86bf74d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e0a801833484193" /><Relationship Type="http://schemas.openxmlformats.org/officeDocument/2006/relationships/notesSlide" Target="/ppt/notesSlides/notesSlide2.xml" Id="R86487693fb8f41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6376cba6f264297" /><Relationship Type="http://schemas.openxmlformats.org/officeDocument/2006/relationships/notesSlide" Target="/ppt/notesSlides/notesSlide3.xml" Id="Ra1f5dc869a9f48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fa40a4166844c66" /><Relationship Type="http://schemas.openxmlformats.org/officeDocument/2006/relationships/notesSlide" Target="/ppt/notesSlides/notesSlide4.xml" Id="R7a0b8f94406b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bf26733bfcf4bcc" /><Relationship Type="http://schemas.openxmlformats.org/officeDocument/2006/relationships/notesSlide" Target="/ppt/notesSlides/notesSlide5.xml" Id="R3e4c7140270643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6153f61f26046b8" /><Relationship Type="http://schemas.openxmlformats.org/officeDocument/2006/relationships/notesSlide" Target="/ppt/notesSlides/notesSlide6.xml" Id="R86a3f0a03d6748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2428a51eae24a6b" /><Relationship Type="http://schemas.openxmlformats.org/officeDocument/2006/relationships/notesSlide" Target="/ppt/notesSlides/notesSlide7.xml" Id="R8bc1b0ea7ee545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d98533707a6430d" /><Relationship Type="http://schemas.openxmlformats.org/officeDocument/2006/relationships/notesSlide" Target="/ppt/notesSlides/notesSlide8.xml" Id="Rd9557e8c592f49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2985b1626904ef4" /><Relationship Type="http://schemas.openxmlformats.org/officeDocument/2006/relationships/notesSlide" Target="/ppt/notesSlides/notesSlide9.xml" Id="Rb88965e015184c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8d65be78534453a" /><Relationship Type="http://schemas.openxmlformats.org/officeDocument/2006/relationships/notesSlide" Target="/ppt/notesSlides/notesSlide10.xml" Id="Rbd5883de5d924d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14aa0f0a9f347a7" /><Relationship Type="http://schemas.openxmlformats.org/officeDocument/2006/relationships/notesSlide" Target="/ppt/notesSlides/notesSlide11.xml" Id="Rfac1961c2dd842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e0f0b021640469a" /><Relationship Type="http://schemas.openxmlformats.org/officeDocument/2006/relationships/notesSlide" Target="/ppt/notesSlides/notesSlide12.xml" Id="Rb2478846c5b44d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aee5d6116334f10" /><Relationship Type="http://schemas.openxmlformats.org/officeDocument/2006/relationships/notesSlide" Target="/ppt/notesSlides/notesSlide13.xml" Id="Raa6b07acc36e44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3c51730098944ee" /><Relationship Type="http://schemas.openxmlformats.org/officeDocument/2006/relationships/notesSlide" Target="/ppt/notesSlides/notesSlide14.xml" Id="R844d81fe037a41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6b366e97c1b4a2d" /><Relationship Type="http://schemas.openxmlformats.org/officeDocument/2006/relationships/notesSlide" Target="/ppt/notesSlides/notesSlide15.xml" Id="R20352f05efe245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2680110a91d40af" /><Relationship Type="http://schemas.openxmlformats.org/officeDocument/2006/relationships/notesSlide" Target="/ppt/notesSlides/notesSlide16.xml" Id="R5a25777064574b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224f0a1341e4c0d" /><Relationship Type="http://schemas.openxmlformats.org/officeDocument/2006/relationships/notesSlide" Target="/ppt/notesSlides/notesSlide17.xml" Id="R9ece34a815a44c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fc24281d9a44d44" /><Relationship Type="http://schemas.openxmlformats.org/officeDocument/2006/relationships/notesSlide" Target="/ppt/notesSlides/notesSlide18.xml" Id="R6f4cdd4a38094d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fec86120d344b82" /><Relationship Type="http://schemas.openxmlformats.org/officeDocument/2006/relationships/notesSlide" Target="/ppt/notesSlides/notesSlide19.xml" Id="R4ab896e3d4e544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deac78ed5da47e3" /><Relationship Type="http://schemas.openxmlformats.org/officeDocument/2006/relationships/notesSlide" Target="/ppt/notesSlides/notesSlide20.xml" Id="R9e1505b7760347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e37903adfc94464" /><Relationship Type="http://schemas.openxmlformats.org/officeDocument/2006/relationships/notesSlide" Target="/ppt/notesSlides/notesSlide21.xml" Id="Rbcf5390c97c848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012f1b97c9d41e8" /><Relationship Type="http://schemas.openxmlformats.org/officeDocument/2006/relationships/notesSlide" Target="/ppt/notesSlides/notesSlide22.xml" Id="Rf0a1d9d91108498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4afe481251d4d49" /><Relationship Type="http://schemas.openxmlformats.org/officeDocument/2006/relationships/notesSlide" Target="/ppt/notesSlides/notesSlide23.xml" Id="R8b9ff35d270c49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fc6d4cde723426a" /><Relationship Type="http://schemas.openxmlformats.org/officeDocument/2006/relationships/notesSlide" Target="/ppt/notesSlides/notesSlide24.xml" Id="R624d745f5dc942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eaff39ef9c144a3" /><Relationship Type="http://schemas.openxmlformats.org/officeDocument/2006/relationships/notesSlide" Target="/ppt/notesSlides/notesSlide25.xml" Id="R16ead1060afe4b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d8c225f078c41f1" /><Relationship Type="http://schemas.openxmlformats.org/officeDocument/2006/relationships/image" Target="/ppt/media/image3.png" Id="Rd248731177f24513" /><Relationship Type="http://schemas.openxmlformats.org/officeDocument/2006/relationships/notesSlide" Target="/ppt/notesSlides/notesSlide26.xml" Id="R6c087b886caf47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4fb471022894b53" /><Relationship Type="http://schemas.openxmlformats.org/officeDocument/2006/relationships/image" Target="/ppt/media/image4.png" Id="R77150d96194c4d99" /><Relationship Type="http://schemas.openxmlformats.org/officeDocument/2006/relationships/notesSlide" Target="/ppt/notesSlides/notesSlide27.xml" Id="R661ebf79bf694ed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96210825dd4480d" /><Relationship Type="http://schemas.openxmlformats.org/officeDocument/2006/relationships/notesSlide" Target="/ppt/notesSlides/notesSlide28.xml" Id="R5b69ca41bbec4e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217f53389dd4e6a" /><Relationship Type="http://schemas.openxmlformats.org/officeDocument/2006/relationships/notesSlide" Target="/ppt/notesSlides/notesSlide29.xml" Id="R2ae15b4c261b478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292dfb4f7c44cc" /><Relationship Type="http://schemas.openxmlformats.org/officeDocument/2006/relationships/notesSlide" Target="/ppt/notesSlides/notesSlide30.xml" Id="Rf3b728d4c61e481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150dbfe31644507" /><Relationship Type="http://schemas.openxmlformats.org/officeDocument/2006/relationships/notesSlide" Target="/ppt/notesSlides/notesSlide31.xml" Id="R4237c5e290c14f6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ba9f3c24cf84dce" /><Relationship Type="http://schemas.openxmlformats.org/officeDocument/2006/relationships/image" Target="/ppt/media/image5.png" Id="R03bc252ae4ef40be" /><Relationship Type="http://schemas.openxmlformats.org/officeDocument/2006/relationships/notesSlide" Target="/ppt/notesSlides/notesSlide32.xml" Id="Rf9108bb8f9464ec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f6eb2f19e0d48da" /><Relationship Type="http://schemas.openxmlformats.org/officeDocument/2006/relationships/notesSlide" Target="/ppt/notesSlides/notesSlide33.xml" Id="R9a0d07efa670443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9ee91edb06f471c" /><Relationship Type="http://schemas.openxmlformats.org/officeDocument/2006/relationships/notesSlide" Target="/ppt/notesSlides/notesSlide34.xml" Id="R593d7d105be647b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e5da63e2cd1476a" /><Relationship Type="http://schemas.openxmlformats.org/officeDocument/2006/relationships/notesSlide" Target="/ppt/notesSlides/notesSlide35.xml" Id="Rc2a5270aeb8e42f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66f15c7cedb469d" /><Relationship Type="http://schemas.openxmlformats.org/officeDocument/2006/relationships/notesSlide" Target="/ppt/notesSlides/notesSlide36.xml" Id="R46973569815c4f7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d162c97a1684d90" /><Relationship Type="http://schemas.openxmlformats.org/officeDocument/2006/relationships/notesSlide" Target="/ppt/notesSlides/notesSlide37.xml" Id="R7b2060660324491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3ce3e41b0f14c72" /><Relationship Type="http://schemas.openxmlformats.org/officeDocument/2006/relationships/notesSlide" Target="/ppt/notesSlides/notesSlide38.xml" Id="Rd5d8dad56825460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edb6d0d561b4f7c" /><Relationship Type="http://schemas.openxmlformats.org/officeDocument/2006/relationships/image" Target="/ppt/media/image6.png" Id="R9b232c48255e46c7" /><Relationship Type="http://schemas.openxmlformats.org/officeDocument/2006/relationships/notesSlide" Target="/ppt/notesSlides/notesSlide39.xml" Id="R6197a4f65cd84e8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3813af483644d30" /><Relationship Type="http://schemas.openxmlformats.org/officeDocument/2006/relationships/image" Target="/ppt/media/image7.png" Id="R16c40f8f183346ad" /><Relationship Type="http://schemas.openxmlformats.org/officeDocument/2006/relationships/notesSlide" Target="/ppt/notesSlides/notesSlide40.xml" Id="Rb1f5ba7da9f64e3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6d66ac333c4457e" /><Relationship Type="http://schemas.openxmlformats.org/officeDocument/2006/relationships/notesSlide" Target="/ppt/notesSlides/notesSlide41.xml" Id="R79cb129a1410495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cc01a61b0e04d34" /><Relationship Type="http://schemas.openxmlformats.org/officeDocument/2006/relationships/notesSlide" Target="/ppt/notesSlides/notesSlide42.xml" Id="R39be8a81d6d8455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08e3e6482b14c2d" /><Relationship Type="http://schemas.openxmlformats.org/officeDocument/2006/relationships/notesSlide" Target="/ppt/notesSlides/notesSlide43.xml" Id="R7dc5f9852576481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98c859854034621" /><Relationship Type="http://schemas.openxmlformats.org/officeDocument/2006/relationships/notesSlide" Target="/ppt/notesSlides/notesSlide44.xml" Id="R72be3a0dd441498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60f26f2ded64a48" /><Relationship Type="http://schemas.openxmlformats.org/officeDocument/2006/relationships/notesSlide" Target="/ppt/notesSlides/notesSlide45.xml" Id="R1ca278b9b3444cd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115be200b0543d4" /><Relationship Type="http://schemas.openxmlformats.org/officeDocument/2006/relationships/image" Target="/ppt/media/image8.png" Id="Rbedf799ca21d43f5" /><Relationship Type="http://schemas.openxmlformats.org/officeDocument/2006/relationships/notesSlide" Target="/ppt/notesSlides/notesSlide46.xml" Id="R8360a5845ff1419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1cbc3e824fd40dd" /><Relationship Type="http://schemas.openxmlformats.org/officeDocument/2006/relationships/image" Target="/ppt/media/image9.png" Id="Rb5dc52a180ad4db6" /><Relationship Type="http://schemas.openxmlformats.org/officeDocument/2006/relationships/notesSlide" Target="/ppt/notesSlides/notesSlide47.xml" Id="Rafc6021c30174f3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c6e672076484be5" /><Relationship Type="http://schemas.openxmlformats.org/officeDocument/2006/relationships/notesSlide" Target="/ppt/notesSlides/notesSlide48.xml" Id="R94c5ef76c6a44e5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46d863b4174491c" /><Relationship Type="http://schemas.openxmlformats.org/officeDocument/2006/relationships/notesSlide" Target="/ppt/notesSlides/notesSlide49.xml" Id="Ra45e57b0d84f4ec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15e221969c14a5b" /><Relationship Type="http://schemas.openxmlformats.org/officeDocument/2006/relationships/notesSlide" Target="/ppt/notesSlides/notesSlide50.xml" Id="Ref72a4b61648406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f0b27e9d8cd44db" /><Relationship Type="http://schemas.openxmlformats.org/officeDocument/2006/relationships/image" Target="/ppt/media/image10.png" Id="Rcff95d195f2b4f01" /><Relationship Type="http://schemas.openxmlformats.org/officeDocument/2006/relationships/notesSlide" Target="/ppt/notesSlides/notesSlide51.xml" Id="Rf38917c3c4ee403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c6e32da62c14e07" /><Relationship Type="http://schemas.openxmlformats.org/officeDocument/2006/relationships/image" Target="/ppt/media/image11.png" Id="R5e1b6776b4764d86" /><Relationship Type="http://schemas.openxmlformats.org/officeDocument/2006/relationships/notesSlide" Target="/ppt/notesSlides/notesSlide52.xml" Id="R60787afe49fe409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751470495704158" /><Relationship Type="http://schemas.openxmlformats.org/officeDocument/2006/relationships/notesSlide" Target="/ppt/notesSlides/notesSlide53.xml" Id="R22beabb0fd18433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093fddb3c3f4c05" /><Relationship Type="http://schemas.openxmlformats.org/officeDocument/2006/relationships/notesSlide" Target="/ppt/notesSlides/notesSlide54.xml" Id="R8025b1d5760e486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c91749135564ec0" /><Relationship Type="http://schemas.openxmlformats.org/officeDocument/2006/relationships/notesSlide" Target="/ppt/notesSlides/notesSlide55.xml" Id="R42e6b788ea8849c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3c5a12d3e2a4dda" /><Relationship Type="http://schemas.openxmlformats.org/officeDocument/2006/relationships/notesSlide" Target="/ppt/notesSlides/notesSlide56.xml" Id="Rd857a35667324c6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399e252adcc4991" /><Relationship Type="http://schemas.openxmlformats.org/officeDocument/2006/relationships/notesSlide" Target="/ppt/notesSlides/notesSlide57.xml" Id="Rcb03f8f1182b481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343885158bc4973" /><Relationship Type="http://schemas.openxmlformats.org/officeDocument/2006/relationships/notesSlide" Target="/ppt/notesSlides/notesSlide58.xml" Id="R1b26db5c82da46a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5fd8a756695454f" /><Relationship Type="http://schemas.openxmlformats.org/officeDocument/2006/relationships/notesSlide" Target="/ppt/notesSlides/notesSlide59.xml" Id="R71af8590853542e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4a74cac84fb4c20" /><Relationship Type="http://schemas.openxmlformats.org/officeDocument/2006/relationships/notesSlide" Target="/ppt/notesSlides/notesSlide60.xml" Id="Re32930d6171c44c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c3566ac0e454a59" /><Relationship Type="http://schemas.openxmlformats.org/officeDocument/2006/relationships/image" Target="/ppt/media/image12.png" Id="R6f9190497e194346" /><Relationship Type="http://schemas.openxmlformats.org/officeDocument/2006/relationships/notesSlide" Target="/ppt/notesSlides/notesSlide61.xml" Id="R768b21c49e324d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7D9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19C09-A950-47C9-8FFA-F5316C6C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78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753C0-5CDB-4EAB-9FF2-12FB1154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0F5F5-DC0C-4680-A64C-E2453AE4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DEAKIN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7708DB-7094-4EB1-AC0F-696E2272312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0100" y="1095375"/>
            <a:ext cx="7810500" cy="152400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5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defRPr sz="4275" b="1">
                <a:solidFill>
                  <a:srgbClr val="FFFFFF"/>
                </a:solidFill>
              </a:defRPr>
            </a:pPr>
            <a:r>
              <a:rPr sz="4275" b="1">
                <a:solidFill>
                  <a:srgbClr val="FFFFFF"/>
                </a:solidFill>
              </a:rPr>
              <a:t>From Network Models to Intelligent Cyber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4A200-CCA0-4A12-B84E-D1F9EC74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</a:defRPr>
            </a:pPr>
            <a:r>
              <a:rPr sz="2325" b="0">
                <a:solidFill>
                  <a:srgbClr val="FFFFFF"/>
                </a:solidFill>
              </a:rPr>
              <a:t>Foundation, game learning, and PINN/PIDL companions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</a:defRPr>
            </a:pPr>
            <a:r>
              <a:rPr sz="2325" b="0">
                <a:solidFill>
                  <a:srgbClr val="FFFFFF"/>
                </a:solidFill>
              </a:rPr>
              <a:t>Deakin-style student onboarding deck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</a:defRPr>
            </a:pPr>
            <a:r>
              <a:rPr sz="2325" b="0">
                <a:solidFill>
                  <a:srgbClr val="FFFFFF"/>
                </a:solidFill>
              </a:rPr>
              <a:t>Built from the current public repositories and generated figures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6D497-8FCF-40BE-B565-9F666299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0"/>
            <a:ext cx="131064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E3CD6-50E6-4060-B039-F285CA11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772150"/>
            <a:ext cx="10820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Threat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0B40D-FDD0-4CB6-8F17-98DFE72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57340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89DC6-1BE1-4B53-9B4D-693F88B9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215" y="5524500"/>
            <a:ext cx="131064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9EA6E-88C1-4CCA-B0B8-947A142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15" y="5772150"/>
            <a:ext cx="10820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B5569-8CF5-46C1-92E3-AE12A4AE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30" y="57340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7B14A-2A28-4AEF-9BD1-BB2EAB15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305" y="5524500"/>
            <a:ext cx="131064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CA3DF-9102-43E7-B116-60981B3B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605" y="5772150"/>
            <a:ext cx="10820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Solver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403B6-9C34-490E-B337-A6BA2D2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7340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1B68F-8725-4630-A2A9-D52A1CD7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395" y="5524500"/>
            <a:ext cx="131064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FDD0E-BC0C-46D9-A529-54BEE951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695" y="5772150"/>
            <a:ext cx="10820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A00D4-287E-4DC3-83CC-266C9C1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57340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2A225-0EE1-4291-85D6-DBFE1D1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485" y="5524500"/>
            <a:ext cx="131064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73A36-A90C-41DB-931B-2F3B8D14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785" y="5772150"/>
            <a:ext cx="10820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525C2-079D-4442-A579-7E06A95F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293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Slide 1 | Three-repo tutorial family</a:t>
            </a:r>
          </a:p>
        </p:txBody>
      </p:sp>
    </p:spTree>
    <p:extLst>
      <p:ext uri="{BB962C8B-B14F-4D97-AF65-F5344CB8AC3E}">
        <p14:creationId xmlns:p14="http://schemas.microsoft.com/office/powerpoint/2010/main" val="1053976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1DD60-6953-44F6-AF02-6869AA94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C654A-FB1C-45C6-9B5D-9A5BFA4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4B0EC-5E19-47BC-9045-AAEDB76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232B0-9649-45D9-A95F-6D1159BE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9161B-A643-4F60-AFB3-ADB8AFB5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3D071-3925-4F81-84BA-11A4CBF0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02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Learning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8E70E-6B0F-4F8C-AA84-53EB06B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After this deck, students should know where to start and what to change next.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EC7CD-713E-48FA-A05F-BCBE5B4D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Run the first smoke tests from a clean checkout.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Map each equation term to a Python variable and output figure.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Choose between PMP/FBSM, RL/MARL, PINN/PIDL, and hybrid games.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Design baselines, ablations, and paper-ready figures.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D9560-93BC-412A-B478-6FDACCB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6FA26-01DB-4523-95B9-0627853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After this deck, students should know where to start and what to change next.</a:t>
            </a:r>
          </a:p>
        </p:txBody>
      </p:sp>
    </p:spTree>
    <p:extLst>
      <p:ext uri="{BB962C8B-B14F-4D97-AF65-F5344CB8AC3E}">
        <p14:creationId xmlns:p14="http://schemas.microsoft.com/office/powerpoint/2010/main" val="446236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C65A4-911D-4171-B814-E190D33F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99F7C-0106-418E-8908-76140952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CFA6A-55E4-4064-B375-7E91F30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5B193-6882-4D82-9343-6630D270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646E-3889-4F12-8AE4-3B4BFBC6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455F2-3495-48A6-8096-6A5938A2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03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The project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83E73-5F24-481B-A2CA-0CD38EC0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Every example follows the same research pattern.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43065-DBF0-4FA7-A324-CA326144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State the cyber process and control surface.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Pick a solver or learner that matches timing and information.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Compare with baselines and write the evidence trail.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1D629-3C96-48D7-BB0F-6BBCF5E9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ACB10-06FE-4312-B256-90734F6D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Threat 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28952-FC57-475E-B1D3-7E4986E5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890" y="28194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D175C-D5C8-434B-974D-6CF3F253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76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7ED1E-B890-47DA-8B2F-670828B1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06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Mathematical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9C192-BF64-4646-8F30-7A8E2C9A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8194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822A6-04D2-4895-BB36-5B01FAA6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40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96D25-6415-4D97-9D47-0EDF8D58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70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6923F-4C3B-4E46-BBAB-564B42E2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170" y="28194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AFC41-F2C7-4809-BE3F-341D93F6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204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74842-8ED2-4C51-91C8-A8F769F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34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83DE6-1C24-43B5-AF3B-99709F25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810" y="28194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1F21E-9679-4F21-8312-DB542F66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5E434-E3D2-4BBD-A969-6D7585BB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98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Manuscript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DC184C-8C04-48A6-82BF-3C424C38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DEB6B3-F09A-4D11-8A2F-8C09D9A4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Every example follows the same research pattern.</a:t>
            </a:r>
          </a:p>
        </p:txBody>
      </p:sp>
    </p:spTree>
    <p:extLst>
      <p:ext uri="{BB962C8B-B14F-4D97-AF65-F5344CB8AC3E}">
        <p14:creationId xmlns:p14="http://schemas.microsoft.com/office/powerpoint/2010/main" val="1984178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49262-3E53-4D84-9496-ABE54F34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87E30-FFD8-4EDD-ADD0-7565987F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2F670-75BA-4EC7-8011-FA7C338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9D0D9-FD1A-4CB8-BD3C-32A84D7A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0EEBE-14DF-43F6-8D40-2392EC4A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D7DB1-7A23-43D3-A5C3-032AAB9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04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Three repositories at a glance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D86DA-3591-466E-ADBF-D5D7A8AF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family is staged: foundation first, then game learning, then PINN/PIDL.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DCA49-C05D-479D-B215-87635659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Foundation: notation, shared package, continuous/impulse/hybrid examples.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Note 1: ODE-to-MDP, DDQN, compact CTDE, node-SIPRS MAPPO.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Note 2: inverse PINN, PIDL, neural control, PMP-informed residuals.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DF24-DF6C-4565-B331-8C1C1EA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90725"/>
            <a:ext cx="63817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CDCDF-991D-4B43-B810-4C5C869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05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41CC1-4775-4950-954D-DDA140E7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43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math, package, examples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5E624-67F8-4A52-A7E8-71096F54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62275"/>
            <a:ext cx="58483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D8E76-86A9-4CCC-8FAD-5F9B7B74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765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Note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1EB87-D8B6-4860-A885-C15A62E1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146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RL, CTDE, MAPPO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4A5AB-1541-4A44-B240-0BB0FEF9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33825"/>
            <a:ext cx="53149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7657F-1575-4F12-BA7D-695281B9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48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Note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66C8A-7BBF-4807-93B5-6C35BA2B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0862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PINN, PIDL, PMP residuals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4A3E5-A62C-48C7-BC92-7901D7F2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877B7-4975-4139-80C7-B1E63316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family is staged: foundation first, then game learning, then PINN/PIDL.</a:t>
            </a:r>
          </a:p>
        </p:txBody>
      </p:sp>
    </p:spTree>
    <p:extLst>
      <p:ext uri="{BB962C8B-B14F-4D97-AF65-F5344CB8AC3E}">
        <p14:creationId xmlns:p14="http://schemas.microsoft.com/office/powerpoint/2010/main" val="1207814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F76F37-2E51-480A-90C4-86FCD201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89257-A951-46C9-97D1-135CCDF4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02791-55B9-429E-BB92-D1E7A6EB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2B69F-B2E8-4B66-AF2E-7BE5F36A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35F09-4797-4999-BB09-712FA14B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9C7A3-872F-4088-88DB-016F064C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05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Recommended learning sequence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81FAF-4603-48A9-AC9E-6A252215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Students should run before extending.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361E3-1E0D-4772-A969-6E6348D4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191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First 15 minutes: install and run smoke examples.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First week: trace one equation to code and change one parameter.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Second week: add a baseline and explain the output figure.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Project stage: extend states, agents, losses, or graph settings.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B06EE-D8F0-463D-A96B-3C1A0541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24200"/>
            <a:ext cx="5048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4C23A-0FF6-4ACE-82FE-84D54CCB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72807-2AA0-4FD7-97AA-7579F9BC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4F999-ADDD-49AE-BFB4-F1E8B2E6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15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2F6F8-A967-4962-AA27-7AE0C277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72225-78EC-4DD3-B375-EE2467D8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950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454CB-2B0B-4498-B895-6A227FE3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1 week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6C251-92A6-47E3-B7C8-D830BD3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250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E555B-9B84-4FED-AC32-AD8DF725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0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65587-3CE3-47AF-ACC6-6811252E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2 weeks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B9905-A8C6-4CC9-B601-4A4512F7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63369-62D4-4027-AE9F-F7C732A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D927A-6E4D-46E8-A959-D4B999F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B1D19-19D4-4DFC-BE27-673912F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6CF2D-9529-4EAC-8A2C-569CA05D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Students should run before extending.</a:t>
            </a:r>
          </a:p>
        </p:txBody>
      </p:sp>
    </p:spTree>
    <p:extLst>
      <p:ext uri="{BB962C8B-B14F-4D97-AF65-F5344CB8AC3E}">
        <p14:creationId xmlns:p14="http://schemas.microsoft.com/office/powerpoint/2010/main" val="741010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3F152-D9FC-48AD-84FF-745C17C5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5BED3-E137-4ED1-9EA1-765A803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79DE1-31A5-4809-99BA-E8D513D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C0D16-404D-4F7A-88D3-D6A57172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804E2-415D-4161-BFA7-F8330A49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28E2A-8F22-49CA-BEE4-CA27708F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06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Prerequisites and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02967-F134-4526-8E81-FF7B6C01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examples are intentionally small, but the workflow is research-shaped.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49E78-E0DA-4740-AF9C-2D6A6BC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Python 3.10+ with NumPy, SciPy, Matplotlib, pandas, and PyTorch for neural examples.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Optional python-igraph for scale-free graph generation and scalability figures.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Device setting: auto picks MPS, CUDA, then CPU when supported.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Use a sibling-folder workspace for all three repos.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46809-C3B8-4DFB-A212-16CD2834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4DB1E-84DD-473E-91AF-5B54422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examples are intentionally small, but the workflow is research-shaped.</a:t>
            </a:r>
          </a:p>
        </p:txBody>
      </p:sp>
    </p:spTree>
    <p:extLst>
      <p:ext uri="{BB962C8B-B14F-4D97-AF65-F5344CB8AC3E}">
        <p14:creationId xmlns:p14="http://schemas.microsoft.com/office/powerpoint/2010/main" val="1264624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3F28CB-B93C-4F0A-A1C1-244AF60B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63203-2D85-4AD5-B135-C672235C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7E206-2307-4983-82B9-D7EC78F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F8738-67E9-47E6-B49B-AD9DA02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AEFAF-6328-40F9-AEE9-102263AC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D377D-89CA-44F7-9373-BC93E1E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07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Workspace and install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0C7AB-933B-40C4-BA24-7635A3CF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Keep the foundation package installed once and reused by both companion notes.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2D19C-52BB-49E8-9449-5C3D74A9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23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2ECE6-0A04-43F9-8ACA-16F7A9F5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67818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git clone https://github.com/LYang910920/network-control-differential-games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git clone https://github.com/LYang910920/note1-cyber-control-games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git clone https://github.com/LYang910920/note2-pinn-pidl-cyber-control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cd note1-cyber-control-games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pip install -e ../network-control-differential-games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pip install -r requirements.txt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343E4-3B0A-4FC5-840D-7DC0F257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857500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69C8D-79F6-40AF-815D-15DAE56E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D98"/>
                </a:solidFill>
              </a:defRPr>
            </a:pPr>
            <a:r>
              <a:rPr sz="2025" b="1">
                <a:solidFill>
                  <a:srgbClr val="007D98"/>
                </a:solidFill>
              </a:rPr>
              <a:t>Run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51A0D-E44E-484B-B125-779D2E11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343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the full command in speaker notes or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Then inspect the generated CSV and figure.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915B5-1B09-4135-B32B-9568FBC7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4AA6F-C75A-4548-A7E3-145F2953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Keep the foundation package installed once and reused by both companion notes.</a:t>
            </a:r>
          </a:p>
        </p:txBody>
      </p:sp>
    </p:spTree>
    <p:extLst>
      <p:ext uri="{BB962C8B-B14F-4D97-AF65-F5344CB8AC3E}">
        <p14:creationId xmlns:p14="http://schemas.microsoft.com/office/powerpoint/2010/main" val="2097415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569D2B-E07A-4894-9187-4C61347C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73AE3-0B30-4370-9953-786D39E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687DE-A057-42D2-8826-D5C930FD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E5E71-C2C2-477A-94B5-6D7A7208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6FF61-D9AA-4360-BA43-4347D0BD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437AE-C416-40E0-810D-AFFE934A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08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The first 15-minute success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4BC19-25AF-4EB9-BB75-FE2B755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A fast smoke run gives students a known-good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DE38C-994D-4153-8563-BEBBFBD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23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F383C-2F00-4F67-8E71-254FBCE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67818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cd network-control-differential-games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pip install -e .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python run_all.py --skip-reference --skip-scalability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cd ../note1-cyber-control-games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bash scripts/run_smoke_tests.sh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cd ../note2-pinn-pidl-cyber-control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bash scripts/run_smoke_tests.sh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D032D-F4FE-4D9E-AEDA-2CC4C6C7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857500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9BE35-4445-4B68-B96F-63320578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D98"/>
                </a:solidFill>
              </a:defRPr>
            </a:pPr>
            <a:r>
              <a:rPr sz="2025" b="1">
                <a:solidFill>
                  <a:srgbClr val="007D98"/>
                </a:solidFill>
              </a:rPr>
              <a:t>Run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BD90E-39EB-49D6-BC6B-A026041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343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the full command in speaker notes or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Then inspect the generated CSV and figure.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8E272-CC54-4585-82F5-B86328AA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D9AF6-369E-48F8-AA5E-690F429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A fast smoke run gives students a known-good baseline.</a:t>
            </a:r>
          </a:p>
        </p:txBody>
      </p:sp>
    </p:spTree>
    <p:extLst>
      <p:ext uri="{BB962C8B-B14F-4D97-AF65-F5344CB8AC3E}">
        <p14:creationId xmlns:p14="http://schemas.microsoft.com/office/powerpoint/2010/main" val="101806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11208-DC0B-4B55-B775-005EFC8B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1F5E8-57F3-48E9-B312-840B2D2D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8C877-E325-4BC9-AAF1-6EE75BDC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24925-B331-4DA2-89AA-0ACF44B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A6406-1FE5-4180-89DE-46A2996F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8E4F-7578-4525-8551-EBAEA88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09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Read equations and code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0842F-F5FF-451A-8B0D-2F70B013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Every mathematical object should have a concrete code location.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30369-915A-4139-B487-CC429E76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A"/>
                </a:solidFill>
              </a:defRPr>
            </a:pPr>
            <a:r>
              <a:rPr sz="2175" b="0">
                <a:solidFill>
                  <a:srgbClr val="17202A"/>
                </a:solidFill>
              </a:rPr>
              <a:t>- Equation: state, control, parameter, payoff, constraint.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</a:defRPr>
            </a:pPr>
            <a:r>
              <a:rPr sz="2175" b="0">
                <a:solidFill>
                  <a:srgbClr val="17202A"/>
                </a:solidFill>
              </a:rPr>
              <a:t>- Code: RHS function, solver step, update rule, metric, plot label.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3468A-1B65-4643-BEA7-FBA2428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A"/>
                </a:solidFill>
              </a:defRPr>
            </a:pPr>
            <a:r>
              <a:rPr sz="2175" b="0">
                <a:solidFill>
                  <a:srgbClr val="17202A"/>
                </a:solidFill>
              </a:rPr>
              <a:t>- Output: CSV row, figure caption, and README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E9CF5-8715-41E1-9727-E2B1B67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190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C6091-7299-4E81-A7B7-7D96C402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62250"/>
            <a:ext cx="17145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301F2-D092-4851-BA76-8B3D964A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57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x(t)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CD01B-C487-4FA7-8DE9-F0FEE271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168F6-0536-4602-9E27-CEF106D9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62250"/>
            <a:ext cx="2381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158AE-80E3-46B3-83EB-4DEFA150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575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state array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90D74-502E-402C-BAD9-06717494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52800"/>
            <a:ext cx="17145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B417D-CDA9-4BAA-A298-1A2D782D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480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u(t)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BE5E7-A16F-4F25-8338-71593B0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9F3B0-8928-4DAE-A8A3-DE656B61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381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72BE4-6DA2-4332-9B6E-C5E8F1CE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480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control 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2C7C2-8132-48FC-B03C-7E1C48C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43350"/>
            <a:ext cx="17145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D9261-97DF-4D6B-8B5F-1BA49A31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386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f(x,u)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FCC58-CCA1-4E9B-A037-095E0612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579EA-3248-40BB-B770-3B1C96C5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43350"/>
            <a:ext cx="2381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4B526-BF4A-492C-8F07-E44C4E7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386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rhs(...)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0B0F1F-5422-44FC-9BDA-E249A15B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7145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7FA19-3B47-4DB2-B8F5-51F01715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291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85EEA-7133-47E4-8FEA-E9FF3FD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C1845-0BFC-497E-840B-D68EBB98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33900"/>
            <a:ext cx="238125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85C24F-9F74-4D35-A31F-F0E43C14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291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metric/payoff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35F9D9-62E4-45E3-BA50-DCED838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C06D3D-52A2-4F19-8FBE-CF60F75D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Every mathematical object should have a concrete code location.</a:t>
            </a:r>
          </a:p>
        </p:txBody>
      </p:sp>
    </p:spTree>
    <p:extLst>
      <p:ext uri="{BB962C8B-B14F-4D97-AF65-F5344CB8AC3E}">
        <p14:creationId xmlns:p14="http://schemas.microsoft.com/office/powerpoint/2010/main" val="716845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AB131-6590-4128-B3AE-E0606C17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4E2FD-E889-432C-9AA6-3D6BC7FA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67DD0-469D-440C-B077-59F08709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D1A47-BE51-44FB-BFE9-944A7639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7A371-184A-4270-840A-E85CB4BF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F2DA1-0C30-4D02-87D8-D78F4754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Shared notation and state shapes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B45B3-6F5C-4AA8-A247-2BCE6299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Most mistakes are shape mistakes, so name the shape first.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5482F-7FD7-4B2E-BEE9-9613253B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22D57-2BEC-447B-84C3-339ABD8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Aggregate: one population vector.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20534-19A5-479B-8882-192E2CAB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350F6-98F5-4E50-AF25-292225D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Degree level: one state per degree class 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4D908-4749-4E46-8050-215111A3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45572-8BBD-469A-9576-4FD5C41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Node level: one state vector per node 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C466D-D89D-4445-8D6A-6EB70CE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985CB-C74B-42CD-9B10-0A532412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Graph pressure: A[i,j] contributes from j to 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34357-2FFB-4C2B-857D-BE9C2239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8B49A-63D0-429D-95C0-5DFDCD4D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Most mistakes are shape mistakes, so name the shape first.</a:t>
            </a:r>
          </a:p>
        </p:txBody>
      </p:sp>
    </p:spTree>
    <p:extLst>
      <p:ext uri="{BB962C8B-B14F-4D97-AF65-F5344CB8AC3E}">
        <p14:creationId xmlns:p14="http://schemas.microsoft.com/office/powerpoint/2010/main" val="762313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AFB6A4-67A8-4A2F-81EA-09AF6D57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B5A93-3E3F-4679-9C04-7BC2B41B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9326D-7897-49A4-93F0-0FCE7139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FF87A-B791-4E07-94A1-D8FE6509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162AF-6030-4820-8128-C099193C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3794C-1CE8-42B5-AE9D-3B62387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11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Model granularity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55EAF-A616-4AF2-B34E-53FF6EB3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Aggregate, degree-level, and node-level models answer different questions.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60E42-8CDA-4887-9A0F-8AE299B0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Aggregate: compact and transparent.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Degree level: keeps heterogeneity by k while staying low-dimensional.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Node level: keeps topology and local interventions at higher cost.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802EF-BB14-42A6-96A7-252A7AFB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66975"/>
            <a:ext cx="18796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98C28-BA63-4FDA-9C20-A5E6736E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781300"/>
            <a:ext cx="153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Aggregate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9A679-4ED6-48ED-9886-F07AF7B0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194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few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6A1B1-C1A9-4E17-AD9C-31FF1D5B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75" y="2466975"/>
            <a:ext cx="18796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3ECAF-27BA-45B3-99C2-8E321E0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825" y="2781300"/>
            <a:ext cx="153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Degree 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B335E-D7EE-4C02-801A-8E64DC54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825" y="32194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degree-class 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E1B20-FE54-45C6-944B-FB0A4F72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625" y="2466975"/>
            <a:ext cx="18796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C1D98-5A81-47B4-B1A5-A675AE50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075" y="2781300"/>
            <a:ext cx="153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Node 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C1A6B-E226-4393-A68A-D9AC3D6E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075" y="3219450"/>
            <a:ext cx="153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graph-size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47F9C-0E4B-48F9-BDA3-7A99A8F0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65FEC-5034-4490-A8AC-6856CE15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Aggregate, degree-level, and node-level models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498717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311404-236A-4544-96A6-4C5BCC9B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D40C6-3B70-44D6-AD2E-78AB5BB7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291A7-4833-4AD9-A31F-DDD03D5E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ABA65-B8F2-4B81-B42B-26C58E1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33DC2-DECB-4C71-A72B-5151ECA8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19120-8DE1-4463-9A06-E315347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SIR, SIPS, and SIPRS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41743-7045-45E1-83D3-D4DE00C7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state diagram tells students what each compartment can and cannot 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40CE9-922D-4196-9908-87558625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SIR: susceptible, infected, recovered.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SIPS: susceptible, infected, patched, susceptible again.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SIPRS: adds recovered or aware state and waning transitions.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B3DE0-BD6D-4B4F-9687-2A273882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95600"/>
            <a:ext cx="9144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0BAA2-D8F4-4FE7-81C0-5B320917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384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258E4-759D-4C11-878D-D3E7AE79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9144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329FF-26E2-4DFF-9C34-2BF09EF8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384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A18FB-107D-47EC-AD20-ACE48463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28850"/>
            <a:ext cx="9144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313E1-E0BA-449F-9E26-8A7705BD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71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D2B6B-A1EE-4BA9-8F3E-418CE77A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62350"/>
            <a:ext cx="9144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EB291-FD88-4EB0-8528-6A99A7DC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052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6152A-8B60-4A62-907C-57401F73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infection 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AFA79-194B-4BE1-9B86-8A27152D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38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patch 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E67E2-998D-49D7-B43C-D0B7FAD6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71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recover 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45441-5D62-4C1D-9F47-46360C3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861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wane 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46DC5-F99E-480C-A15E-DA01BC22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4D704-BB32-4C6D-842B-729A380A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state diagram tells students what each compartment can and cannot do.</a:t>
            </a:r>
          </a:p>
        </p:txBody>
      </p:sp>
    </p:spTree>
    <p:extLst>
      <p:ext uri="{BB962C8B-B14F-4D97-AF65-F5344CB8AC3E}">
        <p14:creationId xmlns:p14="http://schemas.microsoft.com/office/powerpoint/2010/main" val="516542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3D8C7-3D44-4A55-B8F3-39FBE0CB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D39B1-B3BB-47F7-BBBD-3512168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56960-3500-4235-8442-FD8FE87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7E5BB-FDDF-45D4-A826-76794674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CF293-37FC-4A90-86DE-DEB380A3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F750D-EE03-444D-A2F1-2A462737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Network pressure convention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BC865-A8F7-49A8-8ADA-9AC9D6FA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code uses one explicit adjacency direction.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0BA93-718C-4F28-B22E-A9DA83C1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A[i,j] is the influence from node j into node i.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Pressure at node i is a weighted sum over neighbor infection states.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Normalize pressure when comparing graph sizes.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Sparse and dense paths should match on small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178F1-0F5D-4B5C-8F70-D6F83A24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4549D-B100-4546-82C1-3A95FB3E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code uses one explicit adjacency direction.</a:t>
            </a:r>
          </a:p>
        </p:txBody>
      </p:sp>
    </p:spTree>
    <p:extLst>
      <p:ext uri="{BB962C8B-B14F-4D97-AF65-F5344CB8AC3E}">
        <p14:creationId xmlns:p14="http://schemas.microsoft.com/office/powerpoint/2010/main" val="12102831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8008F3-B626-45AC-86E0-F9B6A111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96881-2E23-4406-82D4-B12B372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0B5F4-5B17-4A70-AB6C-2FDF4C38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152AA-9FD5-4C5D-A62F-221AB65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39C41-6FFB-4AD7-A0AB-13541B4E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6365B-B508-4A2C-BBAE-D9E2E32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Continuous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A4A01-005D-4CEF-8ACD-DFDE039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A continuous control is a time-indexed curve, not a single scalar.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A6EAA-9194-4793-9CAC-EDD4CB61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The solver samples u(t) on a mesh.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The true interpretation is a continuously adjustable intervention.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Plots should show the curve against time, with units or normalized intensity.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B4E5F-2CF1-44F9-B308-1AEFA6AF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81225"/>
            <a:ext cx="638175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9AF9F-423D-4239-9693-B9D7EB5D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28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u(t)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4A5B4-3E60-4938-AC40-513427AC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2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9D843-BEC3-4E06-A74F-1F6A6D53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48100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27FCC-5C1A-4704-90BF-C171DF3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90267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9A1A4-F05B-41FD-B5D6-32A35B82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35675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5E018-69A5-4A89-8F05-8B88B2A1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54405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AC512-C9FE-4C3D-BB11-A19CF0B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37467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59699-2559-4A67-A8D6-5919C1BD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8202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492C0-A595-468F-98D6-73C18C01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64235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E18A3-FBA0-41F3-B2C6-B5B426A9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6963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20E69-E090-4704-A320-AF3D446E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10293"/>
            <a:ext cx="400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B17CA-22C4-4D53-8C4A-FDECCE42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006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sampled mesh represents a continuous intervention curve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90C35-5E76-4E3F-84E4-F2909928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095C8-FB1C-459E-AEE3-772D2344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A continuous control is a time-indexed curve, not a single scalar.</a:t>
            </a:r>
          </a:p>
        </p:txBody>
      </p:sp>
    </p:spTree>
    <p:extLst>
      <p:ext uri="{BB962C8B-B14F-4D97-AF65-F5344CB8AC3E}">
        <p14:creationId xmlns:p14="http://schemas.microsoft.com/office/powerpoint/2010/main" val="8960235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9BD14-7B2C-451E-AC53-A196F021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CE1A4-D271-4522-8455-232625F5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A5479-B909-4A4C-A6CD-E126AB0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E4511-DCAE-4DD2-8C98-332C388D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5271C-FC94-4025-94AF-52B83CC6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076FE-9C96-4710-B367-BC4CE8AE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Sampled decisions versus solver substeps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930C0-4DF5-4BFE-A184-0A42E0A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RL decisions happen at t_k; RK4 substeps only integrate the 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69137-2C31-48A2-9672-46636A9A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Observe x(t_k).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Choose action a_k.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Integrate ODE with internal substeps.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Return x(t_{k+1}).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B3B9B-00EA-4D80-B009-D98A2A7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3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Decision epochs t_k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1372B-E456-4A4B-98EA-3ABB1E61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00350"/>
            <a:ext cx="5619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FD905-9190-49A4-9B71-62C6DB31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442F6-ED17-43AB-B214-1B012F35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ECB4B-53AD-49D0-8CC1-83D84610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745A4-6D41-490A-9780-9B45611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DD707-0A95-4AAE-96CA-F04BAAAD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170BA-9C3D-4301-925E-D3AA9611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71D5D-E654-48D1-B88C-6580C7DE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59283-0DF1-4C68-A6F4-648B7185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31B88-846E-4DE5-9AC4-21155E1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2616B-26E6-450E-A6F8-F64089FB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49E29-53A3-4831-BC1E-0C2FCF9C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194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RK4 substeps are internal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70A9E-0BB7-47B5-8E07-8D56EE28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873B4-43F8-46C0-A2B2-3E19E67B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RL decisions happen at t_k; RK4 substeps only integrate the flow.</a:t>
            </a:r>
          </a:p>
        </p:txBody>
      </p:sp>
    </p:spTree>
    <p:extLst>
      <p:ext uri="{BB962C8B-B14F-4D97-AF65-F5344CB8AC3E}">
        <p14:creationId xmlns:p14="http://schemas.microsoft.com/office/powerpoint/2010/main" val="5027957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4871E5-87E9-4B0E-AE32-99EE28CF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99ECC-1AF4-4422-B171-410C43D3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18679-8D77-46FE-9882-C2AEFE96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45777-F892-458D-A696-7FB3B79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66EE2-5C01-4D17-BC7A-61B5206A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1CAEE-9495-4CF9-9774-DF40DED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Impulse and hybrid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61513-8C5E-4DD8-A343-2ECFA79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Impulse control changes the state at event times; hybrid control combines jumps and 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4DC7C-C8E0-416B-9553-AB19AD81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Continuous: u(t) changes rates over time.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Impulse: x(tau_j+) = G(x(tau_j-), q_j).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Hybrid: flow between impulses plus jumps at selected times.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C1BBD-EC50-4C58-9B02-E958D472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3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Decision epochs t_k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40EA5-CCAB-435A-8F31-6C4EF85A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00350"/>
            <a:ext cx="5619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D16C8-4AF3-495C-B5B5-F9869A45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5F292-7D0E-4503-BE75-3F691FF9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CB99-3773-4BD8-8F05-879B2169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DDFA2-48C5-4DAD-9005-B9B49F3B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4E5F7-EB6E-4C37-8F88-57A1A1A8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AE36C-D8CB-4F57-9D65-DA88A62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A360D-BD92-4A99-907B-0E56789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B6E78-8FC5-4E1C-AC05-A6FAE5F4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BD095-78CC-4C09-A381-832AC447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76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39BB5-8BEB-4B0A-8345-A8B2C6B1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384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t_4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CB9DB-CABD-45BE-BED8-A149F914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194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RK4 substeps are internal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6CBF3-B60B-49B2-A17B-67F5B290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86000"/>
            <a:ext cx="3810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62076-7318-4A67-9DC2-EFF1FC6C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38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jump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F9FC0-580A-43D0-AF5C-21FC6987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86000"/>
            <a:ext cx="3810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01FD4-8477-4AB3-95D1-32F9808B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38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jump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892C9C-E466-4883-A381-1F4C62EB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D31723-3C88-41F6-BB1F-99445867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Impulse control changes the state at event times; hybrid control combines jumps and flow.</a:t>
            </a:r>
          </a:p>
        </p:txBody>
      </p:sp>
    </p:spTree>
    <p:extLst>
      <p:ext uri="{BB962C8B-B14F-4D97-AF65-F5344CB8AC3E}">
        <p14:creationId xmlns:p14="http://schemas.microsoft.com/office/powerpoint/2010/main" val="20512846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1DE95-8153-4854-B6A6-AC7E9ED5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23454-B623-4968-A3E3-5726F472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9773A-12A1-477E-B3EA-4A6473F6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35375-D144-4C14-BF6B-596DE18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1AD0E-F24A-44D2-A898-E9A1A9B8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55621-EBFE-4400-B353-4E748761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Single-controller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040AD-FAE8-40B1-9A6B-B16AB8F6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Optimal-control examples balance cyber harm against intervention cost.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FE27F-1671-4767-99B7-99C5A62A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State exposure: infected, compromised, or propaganda-active mass.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Control cost: patching, filtering, isolation, or awareness effort.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Terminal cost: final risk or cleanup burden.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Constraints: state simplex and bounded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83525-717B-46D7-A243-4272E23C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63C7B-F31A-4CD5-BF56-EA33FAFA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Optimal-control examples balance cyber harm against intervention cost.</a:t>
            </a:r>
          </a:p>
        </p:txBody>
      </p:sp>
    </p:spTree>
    <p:extLst>
      <p:ext uri="{BB962C8B-B14F-4D97-AF65-F5344CB8AC3E}">
        <p14:creationId xmlns:p14="http://schemas.microsoft.com/office/powerpoint/2010/main" val="7697563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2C67EB-9C47-490A-B555-30297708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DA213-FC21-4967-9E9B-146FE7D8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2CA8C-7FC9-4A67-B335-A517D1CC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5B4FF-5CAF-433F-A6C7-81AC6388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881BC-27B6-4EE6-9D94-21B2D08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D08A1-0F0B-47AB-9D48-F2EFB7F7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18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Differential-game payoff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70C8E-661D-4388-93B4-80E82C1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A game adds strategic response to the same dynamical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BB9DB-DDCB-4F3D-8D6F-4C7F6431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Defender action reduces harm but costs resources.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Attacker action increases pressure but also costs effort.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Open-loop candidates need unilateral-deviation checks before strong claims.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Response matrices are clearer than isolated payoff numbers.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EC408-4524-463A-9413-02CADC0F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459AD-6D4E-43A8-8A99-F17A064D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A game adds strategic response to the same dynamical system.</a:t>
            </a:r>
          </a:p>
        </p:txBody>
      </p:sp>
    </p:spTree>
    <p:extLst>
      <p:ext uri="{BB962C8B-B14F-4D97-AF65-F5344CB8AC3E}">
        <p14:creationId xmlns:p14="http://schemas.microsoft.com/office/powerpoint/2010/main" val="14726842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12A0E-9C67-42AA-904C-A27DC991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1A8EF-E7DD-4EC9-A129-6E68E131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CC256-30C3-40DF-AB65-DA5E9E9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7337E-F08A-4D2F-8C45-9CB4C360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7B15F-79E3-4493-A1EF-B3C3EC65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D65BB-A5F9-4F93-AD4A-0BB4C8D4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19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Open-loop and feedback strategies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B4FBC-4287-42D7-A4A5-55C7CB8F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Open-loop plans depend on time; feedback policies also observe the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D0A1F-BB3F-4BCC-AB29-2B59C1A2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A"/>
                </a:solidFill>
              </a:defRPr>
            </a:pPr>
            <a:r>
              <a:rPr sz="2175" b="0">
                <a:solidFill>
                  <a:srgbClr val="17202A"/>
                </a:solidFill>
              </a:rPr>
              <a:t>- Open-loop: u(t) is computed before deployment.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</a:defRPr>
            </a:pPr>
            <a:r>
              <a:rPr sz="2175" b="0">
                <a:solidFill>
                  <a:srgbClr val="17202A"/>
                </a:solidFill>
              </a:rPr>
              <a:t>- Feedback: pi(x,t) reacts to observed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CAA8-C0CB-4243-94AF-771D09AB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A"/>
                </a:solidFill>
              </a:defRPr>
            </a:pPr>
            <a:r>
              <a:rPr sz="2175" b="0">
                <a:solidFill>
                  <a:srgbClr val="17202A"/>
                </a:solidFill>
              </a:rPr>
              <a:t>- FBSM often returns open-loop schedules.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</a:defRPr>
            </a:pPr>
            <a:r>
              <a:rPr sz="2175" b="0">
                <a:solidFill>
                  <a:srgbClr val="17202A"/>
                </a:solidFill>
              </a:rPr>
              <a:t>- RL/MARL examples learn sampled feedback policies.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5051F-2AAA-4D37-BDC3-0E30C9DC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190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9E142-9429-442E-8CED-BC61E036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48000"/>
            <a:ext cx="1781175" cy="2000250"/>
          </a:xfrm>
          <a:prstGeom xmlns:a="http://schemas.openxmlformats.org/drawingml/2006/main" prst="roundRect">
            <a:avLst>
              <a:gd name="adj" fmla="val 107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3C653-ECA8-4638-95E5-D253B2F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9565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Open-loop schedule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E8D74-D459-4C3F-9E08-B2DE5837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86200"/>
            <a:ext cx="1304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time-indexed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D54E8-E3F8-4A39-BB3C-C51A356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1781175" cy="2000250"/>
          </a:xfrm>
          <a:prstGeom xmlns:a="http://schemas.openxmlformats.org/drawingml/2006/main" prst="roundRect">
            <a:avLst>
              <a:gd name="adj" fmla="val 1070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6BF4D-41D4-4DDA-B971-C1FE1B36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Feedback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9309F-009A-4084-B51A-81F42A5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1304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state-aware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5F46C-FCBE-44E2-8DFF-02701408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AEF14-93A2-4C7A-9BD2-2396A44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Open-loop plans depend on time; feedback policies also observe the state.</a:t>
            </a:r>
          </a:p>
        </p:txBody>
      </p:sp>
    </p:spTree>
    <p:extLst>
      <p:ext uri="{BB962C8B-B14F-4D97-AF65-F5344CB8AC3E}">
        <p14:creationId xmlns:p14="http://schemas.microsoft.com/office/powerpoint/2010/main" val="18800153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F105D-486C-4779-B946-E311ABF1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594CA-7147-4C49-BDB0-96AD6F0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Common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5AB85-05CC-44D0-B292-741EF90E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C9E28-DA9A-4486-BFE2-6AA47127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E23C4-E48E-43DC-A1A3-0CC5961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E6599-A2AD-4C13-978F-A35AD10A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Method-selection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03A48-E541-47F9-8F34-F3C42BAF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Choose the method from data, control timing, and information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EFDAD-77BB-4D73-A901-7024E1D7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Known equations + continuous control -&gt; PMP/FBSM.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Sampled decision-making -&gt; DDQN or CTDE/MAPPO.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Sparse data or missing mechanism -&gt; PINN/PIDL.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Jump interventions -&gt; impulse or hybrid games.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CB6F1-4A59-4DAC-B802-C9C5CD3C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90725"/>
            <a:ext cx="6381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FBFA9-0F6A-4145-9CA9-53DC8714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24075"/>
            <a:ext cx="596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Known ODE -&gt; PMP/FBSM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A5BAD-83AE-4E2E-8C05-C9043CAE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81275"/>
            <a:ext cx="6381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B0D9F-2C39-40E8-A588-61571434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14625"/>
            <a:ext cx="596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Sampled actions -&gt; DDQN / CTDE / MAPPO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F23ED-7094-45DC-83B5-9696B5CD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6381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33AC3-0460-4607-9F57-2318673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05175"/>
            <a:ext cx="596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Sparse data -&gt; PINN / PIDL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1863E-50C7-485C-BA7E-F5284061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62375"/>
            <a:ext cx="6381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D5CB4-34A0-469F-831B-DDA37754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895725"/>
            <a:ext cx="596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Jumps -&gt; Impulse / hybrid game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1F9B6-6837-44B8-90BA-52CD1DB1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5296B-E19B-4B6D-8F7C-71375C4B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Choose the method from data, control timing, and information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14490895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8596A-B9D2-4B7D-9CA2-EC471D71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2646F-52C0-4B29-B5D9-8E975B2E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Foundation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EE04B-8047-4B38-A412-2EC3859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0D524-7E06-44FD-8167-EE72A46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CD54E-E276-4175-82F1-C8E02233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D4F3F-F023-4AF9-BA76-BF53EEF8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21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Foundation repo code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14F8-D118-4D8F-988B-BD4B9151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foundation repo owns the canonical shared pieces.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0BDB3-610D-403B-8533-0023405C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src/cybercontrol: reusable numerics, dynamics, diagnostics, Torch helpers.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examples/foundations: beginner-readable continuous, game, node, and hybrid examples.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examples/reference: small smoke runs for paper-level code snapshots.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AC92B-8A19-4409-97ED-5CB4EAC2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76475"/>
            <a:ext cx="2476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91082-12EA-4D77-9905-41BCEADA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0982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src/cybercontrol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38AD2-FD94-4568-A3EA-06416F74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shared reusable package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16E37-FC12-4FA4-86CF-09E8A2F7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38475"/>
            <a:ext cx="2476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8D851-B0AF-4C8C-8329-6D6C6BD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7182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examples/foundations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CD8FD-3828-4FB7-BEE2-58DB712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clean beginner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A566A-7ADC-4629-8E17-48D2AFC8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00475"/>
            <a:ext cx="24765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6322E-F17D-452C-BEA5-6AC94631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3382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examples/reference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F5257-BE5C-45F4-B022-CE9B9D26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338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paper-level smoke runs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CF6DA-E608-477F-B694-26CDE348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047E3-AC0E-4E42-BE14-B00A78E5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foundation repo owns the canonical shared pieces.</a:t>
            </a:r>
          </a:p>
        </p:txBody>
      </p:sp>
    </p:spTree>
    <p:extLst>
      <p:ext uri="{BB962C8B-B14F-4D97-AF65-F5344CB8AC3E}">
        <p14:creationId xmlns:p14="http://schemas.microsoft.com/office/powerpoint/2010/main" val="17167182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24386D-B931-4908-8594-7D0E46B0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28C8C-B8EC-44A4-AA2C-EEC1F965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Foundation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E170B-3812-454C-80D4-3D614AAE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6AC44-0AFD-435F-91C5-9640453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508FE-B36A-4F60-A40A-9E542062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AC993-631E-41FB-979A-F3FE8D43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PMP intuition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E2D6B-7D3B-4025-BD9C-7F033123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Costates measure how future cost changes when the state is perturbed.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82CC2-7024-40BB-BD25-0BE41E61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Forward: simulate the state under a candidate control.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Backward: propagate marginal value information.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Update: improve control from the Hamiltonian condition.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Repeat until the control update is small.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F65C5-52B2-44F1-9694-D844F4AA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537E3-E349-4FD1-B134-BAA1B1B9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Costates measure how future cost changes when the state is perturbed.</a:t>
            </a:r>
          </a:p>
        </p:txBody>
      </p:sp>
    </p:spTree>
    <p:extLst>
      <p:ext uri="{BB962C8B-B14F-4D97-AF65-F5344CB8AC3E}">
        <p14:creationId xmlns:p14="http://schemas.microsoft.com/office/powerpoint/2010/main" val="3996380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986920-F2FE-41D1-A042-55FFC468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A81F6-92C6-41BD-AE8D-72F8273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Foundation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7B9F7-D16C-42DF-BEFB-A9FB8777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02F06-9A22-4BB1-9D7D-9F231ED7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B546A-E137-4A8D-9EA2-6D8CDDF4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F6521-72A3-44B1-8E40-F98E468E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PMP optimality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E2A9F-9623-4D88-AD72-4B668508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numerical solver follows the state, costate, and stationarity equations.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3C50C-627E-4E50-B608-C6AD51C9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23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F13CA-AC64-4CD4-9C17-D74B31CF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67818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state:      x_dot = f(x, u, theta)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costate:   lambda_dot = -H_x(x, u, lambda)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control:   H_u(x, u, lambda) = 0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bounds:    u_min &lt;= u(t) &lt;= u_max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diagnose:  ||u_new - u_old|| over iterations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5D1BB-3565-42AD-ACF3-D7F9BDCF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857500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D614A-7031-4B40-A7F7-4956E92E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D98"/>
                </a:solidFill>
              </a:defRPr>
            </a:pPr>
            <a:r>
              <a:rPr sz="2025" b="1">
                <a:solidFill>
                  <a:srgbClr val="007D98"/>
                </a:solidFill>
              </a:rPr>
              <a:t>Run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080DE-DC0F-4D04-BC99-D6A8C9D4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343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the full command in speaker notes or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Then inspect the generated CSV and figure.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4904A-1379-4F12-B77C-17AC4AF1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93777-288D-48C8-BDFB-64E4879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numerical solver follows the state, costate, and stationarity equations.</a:t>
            </a:r>
          </a:p>
        </p:txBody>
      </p:sp>
    </p:spTree>
    <p:extLst>
      <p:ext uri="{BB962C8B-B14F-4D97-AF65-F5344CB8AC3E}">
        <p14:creationId xmlns:p14="http://schemas.microsoft.com/office/powerpoint/2010/main" val="12400164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BC4A40-D84E-44EC-8390-F214A59B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6D296-3D74-49E1-BFD7-BB872260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Foundation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D404B-09D3-4103-AF3A-55CE0E76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FD337-99D1-418B-89F9-5855CADD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ED8DA-E473-4FF2-80F1-71C198E2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1643F-4BB1-4984-B154-23DF2626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FBSM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425A2-65EF-4689-9A9D-4D8E87BE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FBSM alternates forward simulation, backward adjoints, and relaxed updates.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A2F6B-E169-47BC-BAC5-E4DDE574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Initialize control.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Forward integrate state.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Backward integrate costate.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Update and project control.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Check convergence.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07CD8-41B4-4650-8924-2CD6B27F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4310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8BA2D-2E2D-4698-9823-9168F2CF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859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Initialize control.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EA865-E013-442C-822A-D3632B9A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9085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26E19-A087-4700-B88D-4A30F762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3372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Forward integrate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2C80D-2D1B-4B6D-A79F-43D227FE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F5C58-11D7-4DB6-8A05-C5BA2DB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719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Backward integrate costate.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D9ACB-B432-472D-99FE-5AF88F09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90975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DC483-F86F-44E1-8201-CE9ADCFF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33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Update and project control.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36091-B745-4268-8A28-B2C06783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1460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D6243-8431-485A-A1D6-3EBC8349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574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Check convergence.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F3BC0-174F-4B29-8E92-CC676EC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4298"/>
                </a:solidFill>
              </a:defRPr>
            </a:pPr>
            <a:r>
              <a:rPr sz="1800" b="1">
                <a:solidFill>
                  <a:srgbClr val="C74298"/>
                </a:solidFill>
              </a:rPr>
              <a:t>repeat until convergence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FF186-58C4-413C-8DBC-02438DC3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DFF7E-2A04-4857-8135-686A3A53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FBSM alternates forward simulation, backward adjoints, and relaxed updates.</a:t>
            </a:r>
          </a:p>
        </p:txBody>
      </p:sp>
    </p:spTree>
    <p:extLst>
      <p:ext uri="{BB962C8B-B14F-4D97-AF65-F5344CB8AC3E}">
        <p14:creationId xmlns:p14="http://schemas.microsoft.com/office/powerpoint/2010/main" val="6754306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2C556-5A45-4629-AF8F-D140D953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BB60F-64AD-40E3-B386-E605BAF8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Foundation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59A05-A3DF-4DA0-B39F-C35A942F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30320-8795-4C11-8081-CCBB4A0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D309A-A6A1-412E-AEE2-BDFF5D7B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0BCF9-8B5A-42EE-A0C2-D14D141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FBSM code-to-math walkthrough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5A04D-FCE9-45AC-8F8A-445DE2E7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same model terms appear in RHS, adjoint, update, metric, and plot label.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89463-73F0-4E05-970C-6A53A67A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23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12481-9980-4751-812B-C3075C0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67818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for it in range(max_iter):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    x = forward_state(u)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    lam = backward_costate(x, u)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    u_candidate = hamiltonian_update(x, lam)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    u = relax_and_project(u, u_candidate)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    history.append(norm(u - u_old))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29B12-FAB9-4C58-B0AB-C630E35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857500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FD31D-52B2-4626-95A2-83F7C2B7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D98"/>
                </a:solidFill>
              </a:defRPr>
            </a:pPr>
            <a:r>
              <a:rPr sz="2025" b="1">
                <a:solidFill>
                  <a:srgbClr val="007D98"/>
                </a:solidFill>
              </a:rPr>
              <a:t>Run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212DA-8DCF-42A0-A375-9D14CB0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343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the full command in speaker notes or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Then inspect the generated CSV and figure.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2B783-64D5-4D6B-90CF-F2C0CA64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FFF43-C495-4004-A1F7-1FFAA262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same model terms appear in RHS, adjoint, update, metric, and plot label.</a:t>
            </a:r>
          </a:p>
        </p:txBody>
      </p:sp>
    </p:spTree>
    <p:extLst>
      <p:ext uri="{BB962C8B-B14F-4D97-AF65-F5344CB8AC3E}">
        <p14:creationId xmlns:p14="http://schemas.microsoft.com/office/powerpoint/2010/main" val="18575654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C9957-1937-41F5-A57A-3A7A2DB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D5486-9FCF-4834-8090-F4CE990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Foundation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B7D6F-8D94-4F49-8B79-18ACFE8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B6C72-1479-457A-977B-F2AEB01B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DF68E-5B90-48E6-9343-48152EFA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EB7BD-038B-4814-BA92-32F01D0B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Degree versus node-level scalability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31BD2-BA49-4E83-875B-5829A10D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same epidemic-control problem becomes much larger at node level.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F4166-7A8A-448D-AF27-04690DC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Same synthetic scale-free graph seed for each size.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Degree-level state uses observed degree classes.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Node-level state uses one entry per graph node.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8731177f24513"/>
          <a:stretch xmlns:a="http://schemas.openxmlformats.org/drawingml/2006/main"/>
        </p:blipFill>
        <p:spPr>
          <a:xfrm xmlns:a="http://schemas.openxmlformats.org/drawingml/2006/main">
            <a:off x="4333875" y="2687679"/>
            <a:ext cx="7096125" cy="205414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CB173-91D5-4FE4-AFBD-AC8D504D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A60B9-8074-482D-97F8-4247CD2C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same epidemic-control problem becomes much larger at node level.</a:t>
            </a:r>
          </a:p>
        </p:txBody>
      </p:sp>
    </p:spTree>
    <p:extLst>
      <p:ext uri="{BB962C8B-B14F-4D97-AF65-F5344CB8AC3E}">
        <p14:creationId xmlns:p14="http://schemas.microsoft.com/office/powerpoint/2010/main" val="20067945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50C6B0-ED6A-4F0B-A347-47DBCBC6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8BA5E-712F-49A4-83D6-3D14F0E7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Foundation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CBA1C-72F9-4E82-BAC6-7A940F8E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92B04-6C26-48EF-94AF-61632083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9C2B9-1D00-4A0A-8C82-AFCF7AB3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035A9-5343-4822-B6AC-E3D0494F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Hybrid/impulse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FEFD3-8F23-4FE8-985C-0DC363BE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Hybrid examples must label both continuous flow and discrete jumps.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BCB88-ECE0-4FC9-8467-19D26097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Continuous dynamics evolve between event times.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Impulse events are shown as vertical markers.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Captions say whether curves are node, degree-class, or aggregate averages.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50d96194c4d99"/>
          <a:stretch xmlns:a="http://schemas.openxmlformats.org/drawingml/2006/main"/>
        </p:blipFill>
        <p:spPr>
          <a:xfrm xmlns:a="http://schemas.openxmlformats.org/drawingml/2006/main">
            <a:off x="5378505" y="1752600"/>
            <a:ext cx="5006866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B1177-BA06-4E56-B5B0-7F39621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22F70-FE6A-4C50-9E99-73F5E102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Hybrid examples must label both continuous flow and discrete jumps.</a:t>
            </a:r>
          </a:p>
        </p:txBody>
      </p:sp>
    </p:spTree>
    <p:extLst>
      <p:ext uri="{BB962C8B-B14F-4D97-AF65-F5344CB8AC3E}">
        <p14:creationId xmlns:p14="http://schemas.microsoft.com/office/powerpoint/2010/main" val="14320923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593BD-C7C7-4146-A5BE-50567E90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51A2C-3A0B-4BC8-9C71-BDAFB739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Foundation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AC972-92A8-4C21-A18A-66302679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E5FB7-9AE1-4874-AEAC-5E8D2CA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BCCF3-9DB1-4A0A-9EB6-E5C6DF4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2F2A0-ECA0-4088-937A-7B2EF5A2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28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Foundation hands-on checkpoint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8396F-BB7E-472F-8A3A-DA8026F9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Students should leave the foundation repo able to change one model responsibly.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CA5F3-C19F-436E-B606-FCCB2D8E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Run python run_all.py --skip-reference --skip-scalability.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Open docs/NOTATION_TO_CODE.md and trace one term.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Change beta or cost weight and predict the figure change.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Add one baseline and update the caption.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8DD37-8FFF-4D1C-AC3E-D27D8AAB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62F9A-FE43-4F57-9365-A406FCA6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Students should leave the foundation repo able to change one model responsibly.</a:t>
            </a:r>
          </a:p>
        </p:txBody>
      </p:sp>
    </p:spTree>
    <p:extLst>
      <p:ext uri="{BB962C8B-B14F-4D97-AF65-F5344CB8AC3E}">
        <p14:creationId xmlns:p14="http://schemas.microsoft.com/office/powerpoint/2010/main" val="11728578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C30B2-2095-4D19-90D4-2EF6C734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2033-4F25-4019-88B8-39957DA0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FDED0-F480-47A0-9B68-837C9336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DAA02-51A4-4DFD-8E28-DC2FD434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AFCE7-3D7C-464B-A60E-DB592636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E174D-A994-4710-97E4-0311013A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29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Why convert the ODE to an MDP?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8D4C9-8319-40DA-9CB7-B36C0C57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Learning methods need observations, actions, rewards, and transitions.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364DE-CC22-47C0-A2E4-C4CBB056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Continuous model gives the flow.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Environment wrapper selects decision epochs.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Reward summarizes cyber harm and action cost.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Policy learns from sampled rollouts.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97FD4-E81A-49FA-9743-8B4C0D0B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14600"/>
            <a:ext cx="14668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FCA5A-D24E-402D-AF40-2F2C9BEA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6225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ODE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C454D-60DE-4AB1-874A-B0BEC271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660C3-D9A3-4936-BBE6-30306066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14600"/>
            <a:ext cx="14668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76448-3A07-4CC9-A309-ADAB3741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6225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Env wrapper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036EA-CE90-4F97-B854-9412BA54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7583C-87B2-40F5-A8C5-69C590C6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514600"/>
            <a:ext cx="14668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B4CD1-8689-40B4-8BCA-6D1DA981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76225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Reward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584F5-09BC-4528-8451-F311E501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300"/>
                </a:solidFill>
              </a:defRPr>
            </a:pPr>
            <a:r>
              <a:rPr sz="1800" b="1">
                <a:solidFill>
                  <a:srgbClr val="FF9300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7AE1F-7394-4ACB-B5A2-DD68B339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14600"/>
            <a:ext cx="14668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2EF4C-1EB6-42DB-8B1E-292357A2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6225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7D548-ABE5-44F6-BBF3-819B4DB5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09A57-E62F-49A8-9727-CC582691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Learning methods need observations, actions, rewards, and transitions.</a:t>
            </a:r>
          </a:p>
        </p:txBody>
      </p:sp>
    </p:spTree>
    <p:extLst>
      <p:ext uri="{BB962C8B-B14F-4D97-AF65-F5344CB8AC3E}">
        <p14:creationId xmlns:p14="http://schemas.microsoft.com/office/powerpoint/2010/main" val="19764725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A60ABE-202E-4564-8B78-B68503C6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D6587-4B52-47E3-844B-3B1D15AB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D77A1-2801-4D5A-A758-F8949D74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B4510-5AA0-4103-81A6-72C1F09F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45B0D-1849-44BD-9324-3D33BBDA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73318-2632-4B1E-9641-7154DD0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One sampled transition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B223E-64F8-43FA-B78C-9557645F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A learning step wraps a continuous-time simulation interval.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D36EB-342B-4762-9D05-AC37AC03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observe x(t_k-)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choose action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apply jump if any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flow to t_{k+1}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return reward and next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DF391-FBB5-40E6-9C56-30AD9D0A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60934-4DCB-4DF5-A497-ECB47F82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observe x(t_k-)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0E3DF-2833-42A0-8B83-FDFE589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890" y="28194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0CA03-AA88-439E-B3CF-5A9C5736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76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8721B-E7DC-40E6-A573-211FE3C8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06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choose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DE8F5-B3A1-4573-B123-056A3AF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8194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3D16C-1C9F-4E7D-9A15-5AB6036D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40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60914-B1D3-4C30-8642-FDBC284D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70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apply jump if any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BB354-C441-4CB8-B354-5DC03155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170" y="28194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69DCA-E52C-446E-B22E-1ED125B8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204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7C1BF-8553-43D7-8433-FC3F7D8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34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flow to t_{k+1}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DAFD5-20C3-4012-93EE-888ADA93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810" y="28194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CBECA-8B89-4421-9209-58DA250D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2324100"/>
            <a:ext cx="1139190" cy="1238250"/>
          </a:xfrm>
          <a:prstGeom xmlns:a="http://schemas.openxmlformats.org/drawingml/2006/main" prst="roundRect">
            <a:avLst>
              <a:gd name="adj" fmla="val 1672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15578-160F-4DFA-99B4-015F1B4B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985" y="2571750"/>
            <a:ext cx="91059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return reward and next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06081-2BB6-4573-9EEE-7412B5D6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AE40D-6173-4134-9609-A62BAAD1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A learning step wraps a continuous-time simulation interval.</a:t>
            </a:r>
          </a:p>
        </p:txBody>
      </p:sp>
    </p:spTree>
    <p:extLst>
      <p:ext uri="{BB962C8B-B14F-4D97-AF65-F5344CB8AC3E}">
        <p14:creationId xmlns:p14="http://schemas.microsoft.com/office/powerpoint/2010/main" val="37939284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C3A7B-2062-412A-85DB-1C0691AF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73D2B-725C-4D03-9E27-5A6B4675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B9B3B-81AD-4253-B4C2-54920231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B77F7-E0D6-46B8-835B-98789DE4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2D30E-8C1F-4165-9B50-9D4778B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0BF21-CA69-49CE-A040-D452C02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31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State, observation, action, reward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E36E6-E0F0-4EEC-91CC-3D8E83B2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Good RL code states exactly what the agent can see and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EBE6F-55CF-46B0-B0D6-19DC1609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5C679-1D9F-4CE8-913D-8FF3AB29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State: simulator variables used by the environment.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0A677-E2A9-490B-87F0-190462F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12D7-8B8E-4C8B-8682-014CBF74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Observation: features exposed to the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60E43-5A78-4D4F-8EBD-44B5707E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185E8-137B-4254-9B0B-5F1DF071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Action: discrete or continuous intervention choice.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6AE59-2B5C-4186-A21C-126143FC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CA37B-77DF-44AC-A897-699522B4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Reward: signed scalar aligned with cyber objective.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CEC34-C9D0-4121-91B2-16266FDF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BC380-95B2-480B-A6B6-FCF4991B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Good RL code states exactly what the agent can see and change.</a:t>
            </a:r>
          </a:p>
        </p:txBody>
      </p:sp>
    </p:spTree>
    <p:extLst>
      <p:ext uri="{BB962C8B-B14F-4D97-AF65-F5344CB8AC3E}">
        <p14:creationId xmlns:p14="http://schemas.microsoft.com/office/powerpoint/2010/main" val="19738388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39B68-2931-4E7C-86A1-BFA6ED14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5F994-CF76-4A7B-A40F-8CCD3117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AEC17-5B34-4EA2-8CB2-2A140267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47D50-B1DE-4D6B-BA1D-5A8B1AB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565FB-DA19-4A01-9490-13F1E98D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4578B-E2F8-423F-9832-13E10104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DDQN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9B579-BBCD-4892-B89F-9623857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DDQN is the beginner-friendly bridge from policy rules to learned feedback.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956DE-FCA6-4BD9-83EB-F3858499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Replay buffer stabilizes updates.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Target network slows the moving target.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Evaluation uses deterministic rollouts separate from training noise.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c252ae4ef40be"/>
          <a:stretch xmlns:a="http://schemas.openxmlformats.org/drawingml/2006/main"/>
        </p:blipFill>
        <p:spPr>
          <a:xfrm xmlns:a="http://schemas.openxmlformats.org/drawingml/2006/main">
            <a:off x="4333875" y="2166505"/>
            <a:ext cx="7096125" cy="309649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5D200-3E29-4232-A3B2-7766C97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09C51-C57F-47F4-854D-C264571D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DDQN is the beginner-friendly bridge from policy rules to learned feedback.</a:t>
            </a:r>
          </a:p>
        </p:txBody>
      </p:sp>
    </p:spTree>
    <p:extLst>
      <p:ext uri="{BB962C8B-B14F-4D97-AF65-F5344CB8AC3E}">
        <p14:creationId xmlns:p14="http://schemas.microsoft.com/office/powerpoint/2010/main" val="20803246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25DE0-9352-4855-9BC0-8C581AC7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CC602-E730-4262-8DB3-DEEE2F2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CF716-4F89-44A8-A24E-FD465A8F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18529-00E5-46D5-B189-F457B314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B6EF4-EE80-455C-BCDD-C4BD5662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67C20-3859-45B9-8BFF-A2B80D6E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DDQN run command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63D68-2E0F-4365-B907-2DEEE141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smoke path is short; the longer diagnostics are optional.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A8660-B471-40F5-B33A-06AEC8F4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23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FAFEC-C0FA-4DF7-A473-95652491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67818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cd note1-cyber-control-games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bash scripts/run_smoke_tests.sh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python scripts/generate_figures.py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python scripts/run_training_iterations.py --profile quick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python scripts/run_training_iterations.py --profile gpu --device auto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F3B3D-FC6A-4931-A5E7-32584D1D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857500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5E369-E9BC-4E09-9A18-D0946BC2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D98"/>
                </a:solidFill>
              </a:defRPr>
            </a:pPr>
            <a:r>
              <a:rPr sz="2025" b="1">
                <a:solidFill>
                  <a:srgbClr val="007D98"/>
                </a:solidFill>
              </a:rPr>
              <a:t>Run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B7A74-FC92-4433-8757-D2D21059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343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the full command in speaker notes or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Then inspect the generated CSV and figure.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D3D09-9DCF-4536-A76D-E3000122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8040F-8270-4C6E-837F-7B46352F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smoke path is short; the longer diagnostics are optional.</a:t>
            </a:r>
          </a:p>
        </p:txBody>
      </p:sp>
    </p:spTree>
    <p:extLst>
      <p:ext uri="{BB962C8B-B14F-4D97-AF65-F5344CB8AC3E}">
        <p14:creationId xmlns:p14="http://schemas.microsoft.com/office/powerpoint/2010/main" val="20108648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CB04F-E25B-43C6-853A-D27AEB74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CF922-DDCA-48F1-B3CF-9D3FB9AC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846FC-E1B6-4845-BDD3-25BE824E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EAD8F-1053-48CA-B129-69016BD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105BD-3F68-49A0-B2BA-99FEB479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A5EA3-D07E-49AC-B214-A798E035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From one defender to multiple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1EA88-5C24-4192-892C-B1749BDE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Multi-agent control starts by deciding what is local and what is shared.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8E4B3-8618-432C-8477-5711523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Agent: community, region, node group, or player.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Local observation: what each agent sees.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Centralized critic input: global training context.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Evaluation: decentralized policies acting from local observations.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746C4-9F6F-4993-960D-8C079D82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1C7AB-7EAB-417A-BD7A-EC9AF84B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Multi-agent control starts by deciding what is local and what is shared.</a:t>
            </a:r>
          </a:p>
        </p:txBody>
      </p:sp>
    </p:spTree>
    <p:extLst>
      <p:ext uri="{BB962C8B-B14F-4D97-AF65-F5344CB8AC3E}">
        <p14:creationId xmlns:p14="http://schemas.microsoft.com/office/powerpoint/2010/main" val="1832568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B1A4D-0C21-4D6D-93C4-11EDC2DD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78434-D998-4299-8E62-B3FC008F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B0ABF-8E50-4184-A3CD-A3B93F66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15F5B-70EF-4160-8FA9-E1C48E4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06875-F0A7-4C38-A21E-013A6CBB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D6D34-2169-4934-91E4-E377500F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Markov game and CTDE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A5413-5319-462E-9B01-6833C8F7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A Markov game adds multiple policies and coupled rewards.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D844C-FE82-43CE-B20E-D5988B35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Each agent chooses an action at the same decision epoch.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The environment applies joint action and continuous flow.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Training may use centralized information.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Deployment should respect the observation design.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FFDCE-126C-41C6-BF8D-F0CA3AA8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19350"/>
            <a:ext cx="16192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33235-350D-48B6-AF74-0AD9B55F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57600"/>
            <a:ext cx="16192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97128-2A5C-48F7-B274-2C1B56E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90850"/>
            <a:ext cx="2190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FD891-1353-4CDF-82C8-BB1BEFD3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Actor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E3B93-2BD1-4CB9-863C-F0E598F9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Actor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F2C69-CCD0-4EFA-93E9-C2F67237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766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Centralized critic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D2B66-D214-4028-8BAE-5583F27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0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local observations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C2F8B-06FA-4F2F-AB5F-650D6880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3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global training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9B9C0-BB04-45C9-B970-2DC6D2B4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64077-12A4-4702-B7A7-A233A239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A Markov game adds multiple policies and coupled rewards.</a:t>
            </a:r>
          </a:p>
        </p:txBody>
      </p:sp>
    </p:spTree>
    <p:extLst>
      <p:ext uri="{BB962C8B-B14F-4D97-AF65-F5344CB8AC3E}">
        <p14:creationId xmlns:p14="http://schemas.microsoft.com/office/powerpoint/2010/main" val="119924901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E7D8A-FB81-4ACC-A3A1-5B9F92C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AA914-72A5-46E8-AAFF-C61760B9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9443B-A8F7-4011-9C66-9675BE7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F90B-4200-4379-876C-8CB0C664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5B33B-C26F-4289-8743-7691AD62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DB676-C580-430C-886F-CA1344C2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Compact CTDE versus full MAPPO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9AA8B-78CF-47EC-B8C4-C3E6A757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Do not call a compact baseline MAPPO unless it has the MAPPO machinery.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2E5EB-030E-4A17-BBEE-A06354EE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4648200" cy="247650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BB176-7C63-46CD-9222-74490746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Compact CTDE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821C7-21C3-48BA-9D6F-29178301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956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- Short tutorial baseline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- Limited claims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- Readable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F301C-DD49-417A-B428-C3E9654B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4648200" cy="2476500"/>
          </a:xfrm>
          <a:prstGeom xmlns:a="http://schemas.openxmlformats.org/drawingml/2006/main" prst="roundRect">
            <a:avLst>
              <a:gd name="adj" fmla="val 769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C92D7-1367-4293-A340-D95FC1F8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6222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Full MAPPO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4B787-D62D-4DE6-92B6-0049BF2B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9562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- Full algorithmic machinery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- Multi-seed evaluation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- Research-ready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091B6-A0DA-4747-A815-806E18F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A05CB-5D56-499D-BC76-11F0D643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Do not call a compact baseline MAPPO unless it has the MAPPO machinery.</a:t>
            </a:r>
          </a:p>
        </p:txBody>
      </p:sp>
    </p:spTree>
    <p:extLst>
      <p:ext uri="{BB962C8B-B14F-4D97-AF65-F5344CB8AC3E}">
        <p14:creationId xmlns:p14="http://schemas.microsoft.com/office/powerpoint/2010/main" val="21338561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413A57-7C21-4975-BD5A-6A9C9B22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A89C3-22DC-423B-8814-1ABB94E0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2CE23-DD61-4370-BA6C-28BFA0C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47301-A9AB-47EF-A71D-1AC3C01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B6479-21F3-4F6E-B1AF-60D65DA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507D9-D640-4D85-9521-EB9EEE19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MAPPO rollout and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FE208-290D-48E1-B4E7-F4A34888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MAPPO separates data collection from clipped policy updates.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07A79-6399-47AC-BEBD-EC513526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Collect rollout.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Compute returns and GAE.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Shuffle minibatches.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Update actor and critic with clipping.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Evaluate on fixed seeds.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ECA2C-07D9-42AB-A21E-359E9DD1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4310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F4C6A-BD74-4384-AC90-463068CA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0859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Collect rollout.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BAD79-D56C-48C4-A8EA-411A3D31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9085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2BE5E-2F16-4173-96A4-430A72C2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3372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Compute returns and GAE.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A58A2-148B-4214-9483-144D1FE5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33728-C0A1-4170-91B2-D61EFAE3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719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Shuffle minibatches.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06392-6286-47A9-A2F3-E8E00EB3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90975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120D9-C837-49C1-B753-F7F91668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33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Update actor and critic with clipping.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E1A40-EF64-433F-8617-B08A2634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14600"/>
            <a:ext cx="1809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8A8C6-2DEE-4AEA-99D3-862FF43C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574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Evaluate on fixed seeds.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21240-0A8E-4C87-B183-E33E8EDF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4298"/>
                </a:solidFill>
              </a:defRPr>
            </a:pPr>
            <a:r>
              <a:rPr sz="1800" b="1">
                <a:solidFill>
                  <a:srgbClr val="C74298"/>
                </a:solidFill>
              </a:rPr>
              <a:t>repeat until convergence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AB964-FF9F-440D-86E0-F6C00FDA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32D9F-F3EE-467D-A201-F676AD3A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MAPPO separates data collection from clipped policy updates.</a:t>
            </a:r>
          </a:p>
        </p:txBody>
      </p:sp>
    </p:spTree>
    <p:extLst>
      <p:ext uri="{BB962C8B-B14F-4D97-AF65-F5344CB8AC3E}">
        <p14:creationId xmlns:p14="http://schemas.microsoft.com/office/powerpoint/2010/main" val="111259800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9F9893-0924-401B-9D3B-226CF48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4BF5F-591E-4CB7-B28C-4455BA65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ADA59-6354-43CE-965A-C59B866E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B34C4-9F65-4846-A311-D0FCFD56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783F0-AC9B-458D-AC40-6F4BA11C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25BD7-A69D-4E84-B61E-665CF439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38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Node-SIPRS community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0AA29-FA8E-43B6-854B-47EE0719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node-level SIPRS wrapper is the bridge to paper-level graph MARL.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30986-1D30-47BC-8E5F-00EA05D7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Nodes carry S, I, P, and R shares or probabilities.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Communities map node groups to defender agents.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Actions allocate patching, filtering, or recovery effort.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Rewards combine infected exposure and intervention costs.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E94B9-0A4D-4123-B954-087C527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730CB-EF77-4A65-B0D2-0A932DBC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node-level SIPRS wrapper is the bridge to paper-level graph MARL.</a:t>
            </a:r>
          </a:p>
        </p:txBody>
      </p:sp>
    </p:spTree>
    <p:extLst>
      <p:ext uri="{BB962C8B-B14F-4D97-AF65-F5344CB8AC3E}">
        <p14:creationId xmlns:p14="http://schemas.microsoft.com/office/powerpoint/2010/main" val="115423563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CBCA5-AF91-419E-A527-61B11051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32115-D9FC-47A8-A0AB-2C503AD1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EE9BF-17C2-4E32-A22C-916F0B87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9669A-ADAF-422A-8E7B-06635216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B46CF-F38E-4880-BAD9-D7CE393C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C32A3-45DC-4729-B89F-022D83C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39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Cooperative community defense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728DE-D54A-4E91-98DD-E6D0B6B2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cooperative setting asks regions to reduce global exposure under local observations.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74C63-9363-4032-828E-5983EB25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The smoke baseline is small enough to inspect.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Use multiple seeds before making learning claims.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Report infection exposure, cost, peak, final state, and constraint errors.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32c48255e46c7"/>
          <a:stretch xmlns:a="http://schemas.openxmlformats.org/drawingml/2006/main"/>
        </p:blipFill>
        <p:spPr>
          <a:xfrm xmlns:a="http://schemas.openxmlformats.org/drawingml/2006/main">
            <a:off x="5008552" y="1752600"/>
            <a:ext cx="5746772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77D11-F942-4DD6-B223-B8C24FDA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AA35A-7C5F-4CD5-B5A9-92C54E5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cooperative setting asks regions to reduce global exposure under local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82974152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6F3F9C-9194-4E90-A083-1279CA8D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0812A-A4EE-438D-841B-59DD7F4F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87AB6-2D5F-424A-8366-009A733E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D5F1E-A6A2-4D93-B1B5-5F57FEE3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40BD3-E93B-46E8-868A-E38BAED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256D1-8AEB-47CC-AE91-CFE2B4BE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Attacker-defender response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07FFF-7659-4564-B21C-5210FF94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Game outputs should compare responses, not only one learned curve.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43A87-7F2A-4F9E-8E6C-F9DEE43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Fix attacker and vary defender policies.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Fix defender and vary attacker policies.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Use payoff or exposure metrics with clear directionality.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40f8f183346ad"/>
          <a:stretch xmlns:a="http://schemas.openxmlformats.org/drawingml/2006/main"/>
        </p:blipFill>
        <p:spPr>
          <a:xfrm xmlns:a="http://schemas.openxmlformats.org/drawingml/2006/main">
            <a:off x="4549985" y="1752600"/>
            <a:ext cx="6663906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033F1-5F60-45C1-B1D2-E9636165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81277-AD05-4B2F-A8C3-6B1D5EE3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Game outputs should compare responses, not only one learned curve.</a:t>
            </a:r>
          </a:p>
        </p:txBody>
      </p:sp>
    </p:spTree>
    <p:extLst>
      <p:ext uri="{BB962C8B-B14F-4D97-AF65-F5344CB8AC3E}">
        <p14:creationId xmlns:p14="http://schemas.microsoft.com/office/powerpoint/2010/main" val="3447023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5DB25-1045-439F-BF90-A41F81E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8FF93-90A5-4AFE-AE24-09598218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9DAEC-20AE-438D-90B5-03A54FE2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2EE34-6EF2-413A-9049-2B53A45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3948D-00E8-4498-A31D-9E67B8EF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62873-18B0-4846-BF7C-840BAEBF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41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Evaluation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E5B3F-F9B5-4A4D-A91B-F4A7F696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Use plain definitions before showing training curves.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0925B-0474-4555-A593-3268CB37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Nominal: parameter setting used for training or planning.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Robustness: lower exposure under specified mismatch, not a guarantee.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Unknown proxy: observable feature used when the true hidden count is unavailable.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Rollout: simulator trajectory under a fixed policy or parameter 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4713A-8EFC-439F-AA51-7F62920C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4D4C8-E54F-4440-967C-B801393E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plain definitions before showing training curves.</a:t>
            </a:r>
          </a:p>
        </p:txBody>
      </p:sp>
    </p:spTree>
    <p:extLst>
      <p:ext uri="{BB962C8B-B14F-4D97-AF65-F5344CB8AC3E}">
        <p14:creationId xmlns:p14="http://schemas.microsoft.com/office/powerpoint/2010/main" val="14801206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4ED52B-2214-4E59-8E7A-41A2E54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5BC63-510A-4234-BED6-A5F0C1BB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Game-learning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272F8-D239-4C86-A470-A17CF17B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77EBE-C837-4CC6-9D68-E269C49D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1BA53-B990-4C4F-9D55-9149B5BA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2C421-2732-413B-9CEE-86D4B779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Game-learning hands-on checkpoint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8EE68-17B2-437D-BF5B-365676FC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Students should be able to add one policy and one metric.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75569-8512-451F-AB15-5448D5AD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Run bash scripts/run_smoke_tests.sh.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Open docs/PARAMETERS.md before changing hyperparameters.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Add a rule-based baseline in the policy comparison table.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Explain whether the curve is training, evaluation, or rollout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5B683-2F6D-49BC-B7CB-582913CB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44986-CA83-4031-B7CD-DA66F6C1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Students should be able to add one policy and one metric.</a:t>
            </a:r>
          </a:p>
        </p:txBody>
      </p:sp>
    </p:spTree>
    <p:extLst>
      <p:ext uri="{BB962C8B-B14F-4D97-AF65-F5344CB8AC3E}">
        <p14:creationId xmlns:p14="http://schemas.microsoft.com/office/powerpoint/2010/main" val="15581123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CBB19-3F35-4BF3-97A5-821D8F41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FA0E6-AA75-49C4-9E97-33E383F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E1AC2-2060-4FCF-BA6F-C060AA97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4771E-1262-4097-984B-877AD424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F200E-36BF-4E39-854B-16F6F3B1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E3924-8BF0-49B2-8159-DC05778C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Why physics-informed learning?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57848-C7C1-4842-906E-41207B1C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PINN/PIDL methods use equations when data are sparse, noisy, or partial.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4019A-0EF0-4B87-BC3A-D94E943B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Data loss fits observations.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Residual loss penalizes violation of known dynamics.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Boundary or initial losses anchor the trajectory.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Control or PMP losses encode decision 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8F10C-57D0-432C-B8A1-468813E4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CA723-BF03-41BC-9E6A-F4D507E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PINN/PIDL methods use equations when data are sparse, noisy, or partial.</a:t>
            </a:r>
          </a:p>
        </p:txBody>
      </p:sp>
    </p:spTree>
    <p:extLst>
      <p:ext uri="{BB962C8B-B14F-4D97-AF65-F5344CB8AC3E}">
        <p14:creationId xmlns:p14="http://schemas.microsoft.com/office/powerpoint/2010/main" val="2578666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378D15-43A4-4281-957B-729B8DC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F4B7F-40E8-492E-947D-CBE4EC6F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FD25D-EDAA-4B11-BEA8-23D67E97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61A40-54ED-4F8C-9C00-5F382A6B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04A31-6134-4CC0-9719-1F16BE0D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35174-20EC-4FA6-B7B9-8CBE156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PINN as constrained regression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05A79-332D-4A0D-8287-6274F293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network is trained to fit data and satisfy differential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6DF63-2D6E-43A6-A800-2A739C8B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Neural state function.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Autograd derivative.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ODE residual.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Data and boundary loss.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Validation rollout.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749D4-ECED-416E-9FFB-243E3B56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14600"/>
            <a:ext cx="113919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0CA95-31B9-4E28-B37B-E67E2A0B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62250"/>
            <a:ext cx="91059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899D0-A3BB-41B8-8FC7-972CEB00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890" y="29146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5C472-EFFC-48FA-8698-5753F59B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765" y="2514600"/>
            <a:ext cx="113919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8A301-AA2C-4FD0-B73D-6811CE6D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065" y="2762250"/>
            <a:ext cx="91059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Autograd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0D799-36DA-4322-90FF-5CF8D39F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9146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B46B5-198C-43F1-BBD1-3F573AEB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405" y="2514600"/>
            <a:ext cx="113919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5E472-AE64-4E6A-AF20-F4B04806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705" y="2762250"/>
            <a:ext cx="91059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Residual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F2067-9DD2-4472-8BE0-15B282B6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170" y="29146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494FB-EB57-45D5-ACE3-10D80DAC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2045" y="2514600"/>
            <a:ext cx="113919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58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E85F9-4FF6-4E91-83E5-D3630BC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345" y="2762250"/>
            <a:ext cx="91059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14C44-B00F-47AE-B6D3-314FA24E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810" y="29146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923"/>
                </a:solidFill>
              </a:defRPr>
            </a:pPr>
            <a:r>
              <a:rPr sz="1800" b="1">
                <a:solidFill>
                  <a:srgbClr val="FFD923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1CD56-B7C2-48BB-A0C5-86DF8154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2514600"/>
            <a:ext cx="113919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F5FA1-C5E6-482E-B261-89D2EFA4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985" y="2762250"/>
            <a:ext cx="91059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0F069-E3C9-42D5-894C-81CC7797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60C20-5418-4890-9470-3B5E5262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network is trained to fit data and satisfy differential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120808693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24B83-6421-4EB4-886D-C46D9D70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20F90-9652-4B25-A1EA-ADDE886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ABB41-5635-4F41-BAE8-91F2D4F5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95E1F-DC9A-43A7-83F6-F487E8EB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55A21-4679-4738-A70C-5199ECC9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EB1E3-8D9C-436C-9DD1-C72A4020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Forward, inverse, control, PMP-informed tasks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B71AA-D1F9-4400-BE1B-5A083211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same building blocks support several learning questions.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DB318-93FB-46D3-88C1-AC8D719C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BF2EE-F5E9-4DAD-9FFB-617E6FBF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Forward PINN: learn state trajectory with known parameters.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B5296-A9B7-4EA2-BC88-187DA8D9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08869-C9FA-41CB-9604-B9B1D912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Inverse PINN: estimate hidden parameters from sparse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186CB-AE06-460A-A2BB-4E3DD463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AF57F-3968-4E25-A171-2F20B2A3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Control PINN: learn control and state networks together.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803C4-9394-447E-9673-9E82E9CB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E5762-5F5A-4312-BFDE-FB3C5F04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PMP-informed PINN: add costate and stationarity residuals.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04696-BBD1-4AAB-8BB1-DCEEDB26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B3247-6C37-44D4-902F-6705CF32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same building blocks support several learning questions.</a:t>
            </a:r>
          </a:p>
        </p:txBody>
      </p:sp>
    </p:spTree>
    <p:extLst>
      <p:ext uri="{BB962C8B-B14F-4D97-AF65-F5344CB8AC3E}">
        <p14:creationId xmlns:p14="http://schemas.microsoft.com/office/powerpoint/2010/main" val="14813276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A8E7F-32DA-4D9F-AC01-DDEE94E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6DB6B-B798-478B-AB79-77B648A1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7644E-9782-4651-AE45-F68D3DB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27192-7752-4F07-9B1E-476D3B66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949C3-28FB-4EBA-AE7A-A0554AD9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4E12E-49B8-4CB7-9D19-53DF218B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Inverse PINN sparse-observation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21B68-B34E-4FA7-A80E-B47D2632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Sparse observations become usable when the residual supplies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7824A-6FF5-4E6A-A537-CD94598D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Observed points are not a full trajectory.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The residual links hidden states and parameters.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Held-out state error checks whether the reconstruction is meaningful.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f799ca21d43f5"/>
          <a:stretch xmlns:a="http://schemas.openxmlformats.org/drawingml/2006/main"/>
        </p:blipFill>
        <p:spPr>
          <a:xfrm xmlns:a="http://schemas.openxmlformats.org/drawingml/2006/main">
            <a:off x="4393671" y="1752600"/>
            <a:ext cx="6976533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7C3DD-E2D4-4086-A784-A986F8D4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6A01F-1803-4B0B-9606-95BE5220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Sparse observations become usable when the residual supplies structure.</a:t>
            </a:r>
          </a:p>
        </p:txBody>
      </p:sp>
    </p:spTree>
    <p:extLst>
      <p:ext uri="{BB962C8B-B14F-4D97-AF65-F5344CB8AC3E}">
        <p14:creationId xmlns:p14="http://schemas.microsoft.com/office/powerpoint/2010/main" val="193278679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24F584-CBC0-49FD-94AD-0C1A9514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B0D14-7B85-4803-9F33-BCDE6B46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FD2EC-9D7E-46FD-A1CB-C9983D26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FC421-9385-4B15-86C1-D38B0CA5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99A24-4106-4805-B35A-B756472C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C16F4-65B1-4388-A8AD-614B60D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PIDL: known mechanism plus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EE9D7-D2E6-45AE-A4D0-DC99BED3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PIDL is useful when part of the mechanism is trusted and part is missing.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6FAE3-3C80-4E04-9861-3FCE5177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Keep known SIR/SIPRS terms explicit.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Train a correction network for the missing term.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Evaluate learned correction and rollout behavior separately.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c52a180ad4db6"/>
          <a:stretch xmlns:a="http://schemas.openxmlformats.org/drawingml/2006/main"/>
        </p:blipFill>
        <p:spPr>
          <a:xfrm xmlns:a="http://schemas.openxmlformats.org/drawingml/2006/main">
            <a:off x="5265738" y="1752600"/>
            <a:ext cx="5232400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DB076-2B11-4079-BDCD-6E1AF972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8F92-14AE-4EA1-8EE0-5D03D73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PIDL is useful when part of the mechanism is trusted and part is missing.</a:t>
            </a:r>
          </a:p>
        </p:txBody>
      </p:sp>
    </p:spTree>
    <p:extLst>
      <p:ext uri="{BB962C8B-B14F-4D97-AF65-F5344CB8AC3E}">
        <p14:creationId xmlns:p14="http://schemas.microsoft.com/office/powerpoint/2010/main" val="12574014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F91AD-E1E7-443B-A935-50F0CE34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6BD9B-2E90-41C7-B26C-DCFA9A19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612C6-D7D3-4F1E-8F7B-F33A5BF3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6556F-DDAE-4248-9C07-3BDC895B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860E5-1FC0-47A4-B241-1E6A861D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31AEC-4559-4969-8A12-52B78BD8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48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Direct neural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759EE-C4B2-4CBA-87FA-FF9A84A7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Direct control PINNs optimize a neural policy against dynamics and objective terms.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D97C2-401D-460A-BA8C-FFBFA392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State network approximates trajectory.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Control network outputs bounded intervention intensity.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Objective loss represents exposure plus effort.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Constraint penalties keep state and control feasible.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E7BF-4409-485C-8A7C-8344C5B8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CBC85-94FF-4152-B7D5-D489618E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Direct control PINNs optimize a neural policy against dynamics and objective terms.</a:t>
            </a:r>
          </a:p>
        </p:txBody>
      </p:sp>
    </p:spTree>
    <p:extLst>
      <p:ext uri="{BB962C8B-B14F-4D97-AF65-F5344CB8AC3E}">
        <p14:creationId xmlns:p14="http://schemas.microsoft.com/office/powerpoint/2010/main" val="126530275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02131-E688-4AAB-B4B0-C9B099EF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B7609-9BEE-4EC7-A79E-E0716F49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7EBE9-AA2F-43AC-B150-86487FD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6FDA4-B38D-482A-9B72-D3095BE6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8FA65-5953-49B7-A504-FAABDC51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E0803-FDBF-4DA3-B909-ACEA2CE1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49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PMP-informed residuals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8B783-64CE-4102-89F5-EDC4617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PMP-informed PINNs add optimality conditions to the training objective.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E5A40-251D-4557-A25C-531A9005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23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5DDDE-0B21-4DB2-A7BF-F8658BA9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67818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loss = data_loss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loss += w_ode * ||x_t - f(x,u)||^2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loss += w_adj * ||lambda_t + H_x||^2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loss += w_stat * ||H_u||^2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loss += w_bc * boundary_loss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BD7A4-391C-40E5-87D8-2F3B239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857500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E187F-6E1D-4258-B009-BEA1750E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D98"/>
                </a:solidFill>
              </a:defRPr>
            </a:pPr>
            <a:r>
              <a:rPr sz="2025" b="1">
                <a:solidFill>
                  <a:srgbClr val="007D98"/>
                </a:solidFill>
              </a:rPr>
              <a:t>Run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413C9-123B-4EEA-95BF-26BA48FC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343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the full command in speaker notes or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Then inspect the generated CSV and figure.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7D566-FA49-47BA-9BDF-29EF844E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C0865-0861-4DA1-970F-F4418D38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PMP-informed PINNs add optimality conditions to the training objective.</a:t>
            </a:r>
          </a:p>
        </p:txBody>
      </p:sp>
    </p:spTree>
    <p:extLst>
      <p:ext uri="{BB962C8B-B14F-4D97-AF65-F5344CB8AC3E}">
        <p14:creationId xmlns:p14="http://schemas.microsoft.com/office/powerpoint/2010/main" val="183422767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7A0CB-7A53-4CC1-9501-467DC3A8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5594A-69DC-4E70-8246-9A0814D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BEA11-6439-41C9-86C7-D5343D11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33A8E-D4F8-40CD-9D8B-440F862B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7CDE9-543C-427E-9603-320D7B3D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B3211-0AA8-4BE3-9EAC-91796884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Node/graph SIPRS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D84D5-254B-4FC5-813F-5F1C188E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graph inverse PINN bridge reuses the same node-SIPRS equations.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A9B7B-AC56-41BD-AE91-6C4C566A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Generate synthetic truth from the shared graph simulator.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Observe sparse nodes, states, or times.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Train against data, graph residual, and constraint losses.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Report state, parameter, residual, and held-out graph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27987-0CDE-4C5F-A619-5846DF5A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F6A3F-5A5D-48E8-B906-74B5EF0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graph inverse PINN bridge reuses the same node-SIPRS equations.</a:t>
            </a:r>
          </a:p>
        </p:txBody>
      </p:sp>
    </p:spTree>
    <p:extLst>
      <p:ext uri="{BB962C8B-B14F-4D97-AF65-F5344CB8AC3E}">
        <p14:creationId xmlns:p14="http://schemas.microsoft.com/office/powerpoint/2010/main" val="30749578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9724FB-F104-4E03-9F46-993FA7D9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FABA-5AA5-4532-9D83-F665FE3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61F41-223B-4832-9F19-F45EA45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92A4C-829F-4B3A-9E6C-479DD71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54C21-0FCB-49D6-99DE-ACCC7186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300FD-854E-4B50-9712-CD2CFFE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51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Evaluation with ground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E2CF6-4A6E-4A17-970F-7750A33D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Synthetic truth lets students measure errors directly.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434D5-FA8B-4A24-813E-313BBEF5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Use held-out time points and nodes.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Track separate losses rather than one aggregate loss.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Compare to interpolation, wrong-parameter rollout, and known-only baselines.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95d195f2b4f01"/>
          <a:stretch xmlns:a="http://schemas.openxmlformats.org/drawingml/2006/main"/>
        </p:blipFill>
        <p:spPr>
          <a:xfrm xmlns:a="http://schemas.openxmlformats.org/drawingml/2006/main">
            <a:off x="4938713" y="1752600"/>
            <a:ext cx="5886450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B9143-8F4F-4166-8C3A-DF303440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56506-D80A-485B-BB32-0F1809F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Synthetic truth lets students measure errors directly.</a:t>
            </a:r>
          </a:p>
        </p:txBody>
      </p:sp>
    </p:spTree>
    <p:extLst>
      <p:ext uri="{BB962C8B-B14F-4D97-AF65-F5344CB8AC3E}">
        <p14:creationId xmlns:p14="http://schemas.microsoft.com/office/powerpoint/2010/main" val="4652927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C73CA-2550-45D8-B10C-189BC72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84092-76D8-4A9F-8AB7-68291DAF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7BFD3-2585-4965-884E-E9E6556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8F344-13F4-44A4-9B5E-47E73FB4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68768-3553-4082-A85A-F95B9D2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F9F7D-ED10-443E-A6CF-24D03426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Evaluation without ground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27966-7E24-4A3F-9F2F-2225328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When real truth is unavailable, use residual checks and predictive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9F4A9-1E88-4D5D-9FA9-54A13A9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Held-out observations: does the model predict unseen data?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Residual consistency: does it obey known equations?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Rollout stability: does the learned mechanism produce plausible trajectories?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b6776b4764d86"/>
          <a:stretch xmlns:a="http://schemas.openxmlformats.org/drawingml/2006/main"/>
        </p:blipFill>
        <p:spPr>
          <a:xfrm xmlns:a="http://schemas.openxmlformats.org/drawingml/2006/main">
            <a:off x="4881002" y="1752600"/>
            <a:ext cx="6001871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07C89-9455-434B-B579-C449A6F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CE561-4159-4FBE-AAA2-B04B04E2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When real truth is unavailable, use residual checks and predictive validation.</a:t>
            </a:r>
          </a:p>
        </p:txBody>
      </p:sp>
    </p:spTree>
    <p:extLst>
      <p:ext uri="{BB962C8B-B14F-4D97-AF65-F5344CB8AC3E}">
        <p14:creationId xmlns:p14="http://schemas.microsoft.com/office/powerpoint/2010/main" val="213700271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D9B09-0A7B-4DAA-A44E-1A2CB520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4EDAF-C3DD-42D4-ACA4-E62361F2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PINN/PIDL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723B3-D2D3-48EF-B742-8524D0FE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37045-AE9A-4E76-89A0-48287C73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88392-AAFC-44C3-8BE1-68CD4A29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D3D3C-0699-4B69-8398-7771D506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PINN/PIDL hands-on checkpoint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35895-831B-4434-8325-C2C034DA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Students should be able to add one loss term and one validation metric.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77DE1-52B4-404C-8169-157390EC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Run bash scripts/run_smoke_tests.sh.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Open docs/PARAMETERS.md for loss weights and network widths.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Remove or change one loss term and predict the failure mode.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Add a held-out metric before increasing model complexity.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08028-A742-4F09-AB04-D63423FA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E1345-55FC-4943-A9A8-F0A6DDFD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Students should be able to add one loss term and one validation metric.</a:t>
            </a:r>
          </a:p>
        </p:txBody>
      </p:sp>
    </p:spTree>
    <p:extLst>
      <p:ext uri="{BB962C8B-B14F-4D97-AF65-F5344CB8AC3E}">
        <p14:creationId xmlns:p14="http://schemas.microsoft.com/office/powerpoint/2010/main" val="179183518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335C4-A429-46DD-8E5B-AB0F1F7E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86D03-3ABA-4072-A691-5BD16805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1DBC9-2524-4F35-9E5A-B831D727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46B5D-77D8-4076-82A3-88F67ECA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4D3A9-40BB-433E-8A08-8486F9A3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086FB-F040-459E-AA05-D4A23D40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One cross-repo research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3ED45-CA99-4CB2-AB6F-C7EAAAE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Paper-level work needs model, method, baselines, and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66444-D32E-428C-BDD9-F3D7CC0D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Foundation: define the node-SIPRS model.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Note 1: learn feedback/game policies.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Note 2: infer unknown graph mechanisms.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Paper: compare under clear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EB9D6-F90C-4991-8B0E-269AA160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90725"/>
            <a:ext cx="63817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CB79D-E52F-4258-BE95-268E67E5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050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7CF56-B3E6-431A-B46F-B5084CF1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43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model and simulator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2D9CB-E7A5-499F-8583-7A846D0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62275"/>
            <a:ext cx="58483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86872-B6CE-414E-AA0E-3356E0BF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765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Note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644BC-D10F-4E10-9EDE-BFE8C21F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146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feedback/game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D5B71-4F3A-440C-90DF-A55EB9A2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33825"/>
            <a:ext cx="53149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9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F596D-BC73-4855-874F-F9A25879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48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Note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E1292-17E0-4514-A72D-FA90C011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0862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inverse/missing terms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5DD97-9F8F-4396-8805-AE05907E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86334-E0EF-4FBB-A886-DFAA570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Paper-level work needs model, method, baselines,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6978054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33537-03DC-4413-B4FA-CAAE6E67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A2699-449A-4671-A8E3-2E3051F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01F94-3078-4765-9944-7DDEC8CA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45732-26C6-4E78-8608-317897F8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FE319-B433-4F05-BF54-D9DE57E8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6397B-54BD-4079-9103-41004387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From model to paper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9AA9D-031D-4BBC-BD91-E7F9540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final deliverable is a disciplined evidence chain, not just a trained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F5409-CB77-43B0-9F56-CBB20DB6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191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Question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Equations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Baselines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Method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Ablations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Validation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Figures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Claims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0852C-753F-41B6-B5DB-42B298B5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24200"/>
            <a:ext cx="5048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43E49-8582-48F3-A79A-9E592F5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C72AC-8703-4D43-B574-C988449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25F29-D2A2-4B22-A31F-1224693F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1A3DD-6547-49F3-A5A5-1940F9CD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BC45B-014B-4901-B054-A0940FD2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013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44872-9272-4BED-BEF1-A944D5CF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2F79B-53B1-40F3-BE4F-AB740A71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9098C-24D0-4278-A0FD-8C63A142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61FE8-15A3-4DF8-9D66-C6C8A3B7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A8656-611A-4BA1-A69D-E0C84A4E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C742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BCE3A-37EC-491C-B923-2A7DD854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24E0F-B878-4308-A88D-526BE246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0B421-B8CE-429D-8921-BFCD2D38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5143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646E6-F24F-4171-99C7-A2AB110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CCE352-B035-4CE6-A096-B93F032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24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Paper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D66F7-7C23-4D8E-AFB2-350D0C4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622A28-D276-43B8-97F7-58B089EE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final deliverable is a disciplined evidence chain, not just a trained model.</a:t>
            </a:r>
          </a:p>
        </p:txBody>
      </p:sp>
    </p:spTree>
    <p:extLst>
      <p:ext uri="{BB962C8B-B14F-4D97-AF65-F5344CB8AC3E}">
        <p14:creationId xmlns:p14="http://schemas.microsoft.com/office/powerpoint/2010/main" val="80635715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B5E3B-AC21-41E2-A350-BCD7719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2FBB1-EB20-4AD3-B7BD-38CDFEFF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BF41B-5807-40C8-BDA3-667D2EB2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1355D-36CD-450B-9FEB-02DF1C68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145EE-79E6-45C8-A325-92E7C06E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D4A1-60EC-4930-BDAD-E011F53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Command cheat sheet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BEB0D-D2DB-43BD-9B48-0B760384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Most workflows use a small set of repeatable commands.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4671D-E683-4656-8B4D-BEA51B94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23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0D36F-E553-4996-B953-F66F420B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67818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python run_all.py --skip-reference --skip-scalability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bash scripts/run_smoke_tests.sh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python scripts/generate_figures.py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python scripts/run_training_iterations.py --profile quick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pytest</a:t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python -m compileall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6C774-EC86-44EC-8859-C30B5E15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857500"/>
          </a:xfrm>
          <a:prstGeom xmlns:a="http://schemas.openxmlformats.org/drawingml/2006/main" prst="roundRect">
            <a:avLst>
              <a:gd name="adj" fmla="val 690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9CCDF-8545-4BA6-8D97-314B3260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D98"/>
                </a:solidFill>
              </a:defRPr>
            </a:pPr>
            <a:r>
              <a:rPr sz="2025" b="1">
                <a:solidFill>
                  <a:srgbClr val="007D98"/>
                </a:solidFill>
              </a:rPr>
              <a:t>Run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67B3D-A1CC-438A-9001-9AC4C668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343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the full command in speaker notes or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Then inspect the generated CSV and figure.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DC498-C44D-4417-BACA-9E0361CC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FFC6F-A32C-453F-9202-B58D53C5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Most workflows use a small set of repeatable commands.</a:t>
            </a:r>
          </a:p>
        </p:txBody>
      </p:sp>
    </p:spTree>
    <p:extLst>
      <p:ext uri="{BB962C8B-B14F-4D97-AF65-F5344CB8AC3E}">
        <p14:creationId xmlns:p14="http://schemas.microsoft.com/office/powerpoint/2010/main" val="56640005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16BA6-7DF3-4E87-A160-F8AB91D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1AF42-24CC-43B7-A5A5-C9A77AA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C3D59-F68E-4A1E-B10B-EB59F7CF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358CD-6DB1-499A-85ED-00DB84A4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02DCE-DF62-469D-9770-F072C481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027C4-5172-449B-B529-83E3B7E2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File and function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53EDA-9E34-41DE-8B9F-90D6E4AC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fastest way to extend is to start from the right file.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03DE8-CB8F-45DF-AFD1-20561875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8CDE0-6D81-471C-8F5B-7886464F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Foundation: src/cybercontrol/network_models.py.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00A2E-A053-48F7-AA25-3CF4ECFD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D6C5B-F399-49FC-9A5A-A784C3EE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Foundation examples: examples/foundations/code/.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B0D92-46A4-48B8-8907-AB1AB4E8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FDC01-3D7D-45E0-BF4B-36CE8F1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Note 1 profiles: src/scenario_profiles.py.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422E1-C7E1-4DB4-A1FA-9D99C9A4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50569-5498-4CFA-A412-EF99CB71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Note 2 profiles: src/experiment_profiles.py.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C6D0C-ACEC-428D-890C-D9A8C90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BC8FC-6B4F-4530-B21A-D0F38105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fastest way to extend is to start from the right file.</a:t>
            </a:r>
          </a:p>
        </p:txBody>
      </p:sp>
    </p:spTree>
    <p:extLst>
      <p:ext uri="{BB962C8B-B14F-4D97-AF65-F5344CB8AC3E}">
        <p14:creationId xmlns:p14="http://schemas.microsoft.com/office/powerpoint/2010/main" val="82472096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5B8A8E-CA48-4068-B6CE-814BDE27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A454B-B1E0-4ADB-871B-88DA033E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DD2DD-5A6E-46EE-8E27-0CAE731A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CA7F4-3ED1-47CB-9AEC-1206BEC9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DDC91-5A3C-4FFD-983D-8EAB5A78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4996F-EA3F-4797-B657-C9573E89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58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Hyperparameter starting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BB822-59B3-426C-82AE-4FBA069E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Keep hyperparameters visible and small before scaling.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E31F8-36CF-4D68-B466-95469DA2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Read docs/PARAMETERS.md first in each repo.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Smoke runs use short horizons and few iterations by design.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Neural diagnostics expose learning rate, width, epochs, seeds, and device.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Scale one axis at a time: graph size, horizon, seeds, or network width.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B984C-8C46-4120-B448-A61149E6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2D652-DB1C-4399-898A-57E6EB1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Keep hyperparameters visible and small before scaling.</a:t>
            </a:r>
          </a:p>
        </p:txBody>
      </p:sp>
    </p:spTree>
    <p:extLst>
      <p:ext uri="{BB962C8B-B14F-4D97-AF65-F5344CB8AC3E}">
        <p14:creationId xmlns:p14="http://schemas.microsoft.com/office/powerpoint/2010/main" val="147574183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3034F-682C-4FAB-B249-DBF85D4B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C5ED1-D7A0-4714-8CAD-96998B30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D23F6-AFF4-44CD-A19F-7334D51B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43115-A822-43BD-8131-DB7011DF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997B7-F8B8-45B5-84E2-B4EB323D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FAA9D-C442-4498-803E-46D5FC19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59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Common errors and debugging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6EED0-4C40-48F6-963F-4A99DD6E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Most failures are environment, shape, or timing mismatches.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6A327-1DC2-4E33-8913-AE7500E3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Import error: install the foundation package in editable mode.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Shape error: check aggregate, degree, or node-level state dimensions.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Flat control curve: check cost weights and bounds.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Unclear plot: fix label before changing the method.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BC22F-1153-4753-BB03-68CF073A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0D514-29D2-42BE-B7C3-7B5E4CE7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Most failures are environment, shape, or timing mismatches.</a:t>
            </a:r>
          </a:p>
        </p:txBody>
      </p:sp>
    </p:spTree>
    <p:extLst>
      <p:ext uri="{BB962C8B-B14F-4D97-AF65-F5344CB8AC3E}">
        <p14:creationId xmlns:p14="http://schemas.microsoft.com/office/powerpoint/2010/main" val="122478831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250969-44AA-45EE-B7EB-533FCB06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8BE91-DAA2-4D8C-85F7-CCBEE092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6B5BA-1D70-4AF3-83A8-1F7CB1A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F7421-BE1D-498A-BAAD-6005C08A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F0991-A285-4BCA-9800-8FE6A4D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F4DE2-1593-422D-A94B-1A6B196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60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Glossary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72B7B-698F-490F-8CF8-F2544AEE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Use terms consistently across notes and figures.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FB688-88AD-49B3-8FAB-554DEC28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33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Nominal: parameter setting used for planning or training.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Rollout: simulator trajectory under fixed policy/parameters.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Robustness: performance under a named shift, not a proof.</a:t>
            </a:r>
          </a:p>
          <a:p xmlns:a="http://schemas.openxmlformats.org/drawingml/2006/main">
            <a:pPr>
              <a:defRPr sz="2400" b="0">
                <a:solidFill>
                  <a:srgbClr val="17202A"/>
                </a:solidFill>
              </a:defRPr>
            </a:pPr>
            <a:r>
              <a:rPr sz="2400" b="0">
                <a:solidFill>
                  <a:srgbClr val="17202A"/>
                </a:solidFill>
              </a:rPr>
              <a:t>- Hybrid: continuous flow plus discrete jumps.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BBA09-1D27-47DE-8403-69CA3C42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9ADD9-ADCB-4317-99ED-022C4853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Use terms consistently across notes and figures.</a:t>
            </a:r>
          </a:p>
        </p:txBody>
      </p:sp>
    </p:spTree>
    <p:extLst>
      <p:ext uri="{BB962C8B-B14F-4D97-AF65-F5344CB8AC3E}">
        <p14:creationId xmlns:p14="http://schemas.microsoft.com/office/powerpoint/2010/main" val="199284321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417B91-FFD6-46CD-94C0-83B776A1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0BD27-991F-4DBA-9CD5-002A8B7A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69AC5-F7C4-4DBB-9BD2-64924E26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DEAKIN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55B85-C7A0-4CFA-B43A-2E8FFF64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DE17D-E5E9-4A5C-97D8-8A304AFC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6F"/>
                </a:solidFill>
              </a:defRPr>
            </a:pPr>
            <a:r>
              <a:rPr sz="1800" b="0">
                <a:solidFill>
                  <a:srgbClr val="59656F"/>
                </a:solidFill>
              </a:rPr>
              <a:t>Network control tutorial family | Deakin University CRICOS Provider Code: 00113B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C3814-3745-4DFC-B6A6-4D2A0EC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6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D98"/>
                </a:solidFill>
              </a:defRPr>
            </a:pPr>
            <a:r>
              <a:rPr sz="1800" b="1">
                <a:solidFill>
                  <a:srgbClr val="007D98"/>
                </a:solidFill>
              </a:rPr>
              <a:t>61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B47CD2-6346-4729-B2F9-F7FD2F4CCD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66750" y="609600"/>
            <a:ext cx="7239000" cy="609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defRPr sz="3075" b="1">
                <a:solidFill>
                  <a:srgbClr val="17202A"/>
                </a:solidFill>
              </a:defRPr>
            </a:pPr>
            <a:r>
              <a:rPr sz="3075" b="1">
                <a:solidFill>
                  <a:srgbClr val="17202A"/>
                </a:solidFill>
              </a:rPr>
              <a:t>Repository URLs and 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75C40-8244-4729-A6AC-B393089C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98"/>
                </a:solidFill>
              </a:defRPr>
            </a:pPr>
            <a:r>
              <a:rPr sz="1875" b="0">
                <a:solidFill>
                  <a:srgbClr val="007D98"/>
                </a:solidFill>
              </a:rPr>
              <a:t>The public repos are the authoritative source for commands and figures.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2336E-EABD-4D4A-ABBA-7A74F0F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381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Foundation URL: see the README.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Note 1 and Note 2 URLs: see related repos.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Reference snapshots keep upstream notices.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</a:defRPr>
            </a:pPr>
            <a:r>
              <a:rPr sz="2100" b="0">
                <a:solidFill>
                  <a:srgbClr val="17202A"/>
                </a:solidFill>
              </a:rPr>
              <a:t>- Do not redistribute private templates without rights.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190497e194346"/>
          <a:stretch xmlns:a="http://schemas.openxmlformats.org/drawingml/2006/main"/>
        </p:blipFill>
        <p:spPr>
          <a:xfrm xmlns:a="http://schemas.openxmlformats.org/drawingml/2006/main">
            <a:off x="5338410" y="1752600"/>
            <a:ext cx="5087056" cy="3924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48DC2-1E34-4962-94C3-92F7B44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5FAFB"/>
          </a:solidFill>
          <a:ln xmlns:a="http://schemas.openxmlformats.org/drawingml/2006/main" w="9525">
            <a:solidFill>
              <a:srgbClr val="58BC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014EC-69FD-4A44-80A6-1F4E692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66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The public repos are the authoritative source for commands and figures.</a:t>
            </a:r>
          </a:p>
        </p:txBody>
      </p:sp>
    </p:spTree>
    <p:extLst>
      <p:ext uri="{BB962C8B-B14F-4D97-AF65-F5344CB8AC3E}">
        <p14:creationId xmlns:p14="http://schemas.microsoft.com/office/powerpoint/2010/main" val="2118025858"/>
      </p:ext>
    </p:extLst>
  </p:cSld>
</p:sld>
</file>

<file path=ppt/theme/theme1.xml><?xml version="1.0" encoding="utf-8"?>
<a:theme xmlns:a="http://schemas.openxmlformats.org/drawingml/2006/main" name="Deakin Theme">
  <a:themeElements>
    <a:clrScheme name="Deakin TEAL">
      <a:dk1>
        <a:srgbClr val="000000"/>
      </a:dk1>
      <a:lt1>
        <a:srgbClr val="FFFFFF"/>
      </a:lt1>
      <a:dk2>
        <a:srgbClr val="222222"/>
      </a:dk2>
      <a:lt2>
        <a:srgbClr val="E1E1E1"/>
      </a:lt2>
      <a:accent1>
        <a:srgbClr val="007D98"/>
      </a:accent1>
      <a:accent2>
        <a:srgbClr val="58BCAF"/>
      </a:accent2>
      <a:accent3>
        <a:srgbClr val="C74298"/>
      </a:accent3>
      <a:accent4>
        <a:srgbClr val="FFD923"/>
      </a:accent4>
      <a:accent5>
        <a:srgbClr val="FF9300"/>
      </a:accent5>
      <a:accent6>
        <a:srgbClr val="E1E1E1"/>
      </a:accent6>
      <a:hlink>
        <a:srgbClr val="007D98"/>
      </a:hlink>
      <a:folHlink>
        <a:srgbClr val="C74298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eakin TE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2026-06-19T07:46:56.4150000Z</dcterms:created>
  <dcterms:modified xsi:type="dcterms:W3CDTF">2026-06-19T07:46:56.4150000Z</dcterms:modified>
</coreProperties>
</file>